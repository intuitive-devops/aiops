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_rels/notesSlide9.xml.rels" ContentType="application/vnd.openxmlformats-package.relationships+xml"/>
  <Override PartName="/ppt/notesSlides/_rels/notesSlide1.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media/image1.png" ContentType="image/png"/>
  <Override PartName="/ppt/media/image2.png" ContentType="image/png"/>
  <Override PartName="/ppt/media/image4.jpeg" ContentType="image/jpeg"/>
  <Override PartName="/ppt/media/image3.png" ContentType="image/png"/>
  <Override PartName="/ppt/media/image5.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GB" sz="4400" spc="-1" strike="noStrike">
                <a:latin typeface="Arial"/>
              </a:rPr>
              <a:t>Click to move the slide</a:t>
            </a:r>
            <a:endParaRPr b="0" lang="en-GB" sz="4400" spc="-1" strike="noStrike">
              <a:latin typeface="Arial"/>
            </a:endParaRP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GB" sz="2000" spc="-1" strike="noStrike">
                <a:latin typeface="Arial"/>
              </a:rPr>
              <a:t>Click to edit the notes' format</a:t>
            </a:r>
            <a:endParaRPr b="0" lang="en-GB" sz="2000" spc="-1" strike="noStrike">
              <a:latin typeface="Arial"/>
            </a:endParaRPr>
          </a:p>
        </p:txBody>
      </p:sp>
      <p:sp>
        <p:nvSpPr>
          <p:cNvPr id="8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GB" sz="1400" spc="-1" strike="noStrike">
                <a:latin typeface="Times New Roman"/>
              </a:rPr>
              <a:t>&lt;header&gt;</a:t>
            </a:r>
            <a:endParaRPr b="0" lang="en-GB" sz="1400" spc="-1" strike="noStrike">
              <a:latin typeface="Times New Roman"/>
            </a:endParaRPr>
          </a:p>
        </p:txBody>
      </p:sp>
      <p:sp>
        <p:nvSpPr>
          <p:cNvPr id="8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GB" sz="1400" spc="-1" strike="noStrike">
                <a:latin typeface="Times New Roman"/>
              </a:defRPr>
            </a:lvl1pPr>
          </a:lstStyle>
          <a:p>
            <a:pPr algn="r">
              <a:buNone/>
            </a:pPr>
            <a:r>
              <a:rPr b="0" lang="en-GB" sz="1400" spc="-1" strike="noStrike">
                <a:latin typeface="Times New Roman"/>
              </a:rPr>
              <a:t>&lt;date/time&gt;</a:t>
            </a:r>
            <a:endParaRPr b="0" lang="en-GB" sz="1400" spc="-1" strike="noStrike">
              <a:latin typeface="Times New Roman"/>
            </a:endParaRPr>
          </a:p>
        </p:txBody>
      </p:sp>
      <p:sp>
        <p:nvSpPr>
          <p:cNvPr id="8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GB" sz="1400" spc="-1" strike="noStrike">
                <a:latin typeface="Times New Roman"/>
              </a:defRPr>
            </a:lvl1pPr>
          </a:lstStyle>
          <a:p>
            <a:r>
              <a:rPr b="0" lang="en-GB" sz="1400" spc="-1" strike="noStrike">
                <a:latin typeface="Times New Roman"/>
              </a:rPr>
              <a:t>&lt;footer&gt;</a:t>
            </a:r>
            <a:endParaRPr b="0" lang="en-GB" sz="1400" spc="-1" strike="noStrike">
              <a:latin typeface="Times New Roman"/>
            </a:endParaRPr>
          </a:p>
        </p:txBody>
      </p:sp>
      <p:sp>
        <p:nvSpPr>
          <p:cNvPr id="8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GB" sz="1400" spc="-1" strike="noStrike">
                <a:latin typeface="Times New Roman"/>
              </a:defRPr>
            </a:lvl1pPr>
          </a:lstStyle>
          <a:p>
            <a:pPr algn="r">
              <a:buNone/>
            </a:pPr>
            <a:fld id="{1D17961F-64AA-46FE-85F4-BA3FA0384941}" type="slidenum">
              <a:rPr b="0" lang="en-GB" sz="1400" spc="-1" strike="noStrike">
                <a:latin typeface="Times New Roman"/>
              </a:rPr>
              <a:t>&lt;number&gt;</a:t>
            </a:fld>
            <a:endParaRPr b="0" lang="en-GB"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685800" y="1143000"/>
            <a:ext cx="5483160" cy="3083040"/>
          </a:xfrm>
          <a:prstGeom prst="rect">
            <a:avLst/>
          </a:prstGeom>
          <a:ln w="0">
            <a:noFill/>
          </a:ln>
        </p:spPr>
      </p:sp>
      <p:sp>
        <p:nvSpPr>
          <p:cNvPr id="119"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GB" sz="2000" spc="-1" strike="noStrike">
              <a:latin typeface="Arial"/>
            </a:endParaRPr>
          </a:p>
        </p:txBody>
      </p:sp>
      <p:sp>
        <p:nvSpPr>
          <p:cNvPr id="120" name="TextShape 3"/>
          <p:cNvSpPr/>
          <p:nvPr/>
        </p:nvSpPr>
        <p:spPr>
          <a:xfrm>
            <a:off x="3884760" y="8685360"/>
            <a:ext cx="2968200" cy="4550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83CA4E10-1015-43F1-8F48-339311D5765C}" type="slidenum">
              <a:rPr b="0" lang="en-GB" sz="1200" spc="-1" strike="noStrike">
                <a:solidFill>
                  <a:srgbClr val="000000"/>
                </a:solidFill>
                <a:latin typeface="+mn-lt"/>
                <a:ea typeface="+mn-ea"/>
              </a:rPr>
              <a:t>&lt;number&gt;</a:t>
            </a:fld>
            <a:endParaRPr b="0" lang="en-GB" sz="12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685800" y="1143000"/>
            <a:ext cx="5483160" cy="3083040"/>
          </a:xfrm>
          <a:prstGeom prst="rect">
            <a:avLst/>
          </a:prstGeom>
          <a:ln w="0">
            <a:noFill/>
          </a:ln>
        </p:spPr>
      </p:sp>
      <p:sp>
        <p:nvSpPr>
          <p:cNvPr id="122"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GB" sz="2000" spc="-1" strike="noStrike">
              <a:latin typeface="Arial"/>
            </a:endParaRPr>
          </a:p>
        </p:txBody>
      </p:sp>
      <p:sp>
        <p:nvSpPr>
          <p:cNvPr id="123" name="TextShape 3"/>
          <p:cNvSpPr/>
          <p:nvPr/>
        </p:nvSpPr>
        <p:spPr>
          <a:xfrm>
            <a:off x="3884760" y="8685360"/>
            <a:ext cx="2968200" cy="4550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99C1091A-D952-42BA-BA08-A349DAC52193}" type="slidenum">
              <a:rPr b="0" lang="en-GB" sz="1200" spc="-1" strike="noStrike">
                <a:solidFill>
                  <a:srgbClr val="000000"/>
                </a:solidFill>
                <a:latin typeface="+mn-lt"/>
                <a:ea typeface="+mn-ea"/>
              </a:rPr>
              <a:t>&lt;number&gt;</a:t>
            </a:fld>
            <a:endParaRPr b="0" lang="en-GB" sz="12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685800" y="1143000"/>
            <a:ext cx="5483160" cy="3083040"/>
          </a:xfrm>
          <a:prstGeom prst="rect">
            <a:avLst/>
          </a:prstGeom>
          <a:ln w="0">
            <a:noFill/>
          </a:ln>
        </p:spPr>
      </p:sp>
      <p:sp>
        <p:nvSpPr>
          <p:cNvPr id="125"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GB" sz="2000" spc="-1" strike="noStrike">
              <a:latin typeface="Arial"/>
            </a:endParaRPr>
          </a:p>
        </p:txBody>
      </p:sp>
      <p:sp>
        <p:nvSpPr>
          <p:cNvPr id="126" name="TextShape 5"/>
          <p:cNvSpPr/>
          <p:nvPr/>
        </p:nvSpPr>
        <p:spPr>
          <a:xfrm>
            <a:off x="3884760" y="8685360"/>
            <a:ext cx="2968200" cy="4550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C4034F77-4DB4-4903-BD4E-1C33B5DC3570}" type="slidenum">
              <a:rPr b="0" lang="en-GB" sz="1200" spc="-1" strike="noStrike">
                <a:solidFill>
                  <a:srgbClr val="000000"/>
                </a:solidFill>
                <a:latin typeface="+mn-lt"/>
                <a:ea typeface="+mn-ea"/>
              </a:rPr>
              <a:t>&lt;number&gt;</a:t>
            </a:fld>
            <a:endParaRPr b="0" lang="en-GB" sz="12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685800" y="1143000"/>
            <a:ext cx="5483160" cy="3083040"/>
          </a:xfrm>
          <a:prstGeom prst="rect">
            <a:avLst/>
          </a:prstGeom>
          <a:ln w="0">
            <a:noFill/>
          </a:ln>
        </p:spPr>
      </p:sp>
      <p:sp>
        <p:nvSpPr>
          <p:cNvPr id="128"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GB" sz="2000" spc="-1" strike="noStrike">
              <a:latin typeface="Arial"/>
            </a:endParaRPr>
          </a:p>
        </p:txBody>
      </p:sp>
      <p:sp>
        <p:nvSpPr>
          <p:cNvPr id="129" name="TextShape 3"/>
          <p:cNvSpPr/>
          <p:nvPr/>
        </p:nvSpPr>
        <p:spPr>
          <a:xfrm>
            <a:off x="3884760" y="8685360"/>
            <a:ext cx="2968200" cy="4550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A2F69B37-DC5E-4848-BE52-C6A589FEFE51}" type="slidenum">
              <a:rPr b="0" lang="en-GB" sz="1200" spc="-1" strike="noStrike">
                <a:solidFill>
                  <a:srgbClr val="000000"/>
                </a:solidFill>
                <a:latin typeface="+mn-lt"/>
                <a:ea typeface="+mn-ea"/>
              </a:rPr>
              <a:t>&lt;number&gt;</a:t>
            </a:fld>
            <a:endParaRPr b="0" lang="en-GB" sz="12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685800" y="1143000"/>
            <a:ext cx="5483160" cy="3083040"/>
          </a:xfrm>
          <a:prstGeom prst="rect">
            <a:avLst/>
          </a:prstGeom>
          <a:ln w="0">
            <a:noFill/>
          </a:ln>
        </p:spPr>
      </p:sp>
      <p:sp>
        <p:nvSpPr>
          <p:cNvPr id="131"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GB" sz="2000" spc="-1" strike="noStrike">
              <a:latin typeface="Arial"/>
            </a:endParaRPr>
          </a:p>
        </p:txBody>
      </p:sp>
      <p:sp>
        <p:nvSpPr>
          <p:cNvPr id="132" name="TextShape 3"/>
          <p:cNvSpPr/>
          <p:nvPr/>
        </p:nvSpPr>
        <p:spPr>
          <a:xfrm>
            <a:off x="3884760" y="8685360"/>
            <a:ext cx="2968200" cy="4550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EA8463D7-41AC-4267-9602-24654C4AEE8E}" type="slidenum">
              <a:rPr b="0" lang="en-GB" sz="1200" spc="-1" strike="noStrike">
                <a:solidFill>
                  <a:srgbClr val="000000"/>
                </a:solidFill>
                <a:latin typeface="+mn-lt"/>
                <a:ea typeface="+mn-ea"/>
              </a:rPr>
              <a:t>&lt;number&gt;</a:t>
            </a:fld>
            <a:endParaRPr b="0" lang="en-GB" sz="12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685800" y="1143000"/>
            <a:ext cx="5483160" cy="3083040"/>
          </a:xfrm>
          <a:prstGeom prst="rect">
            <a:avLst/>
          </a:prstGeom>
          <a:ln w="0">
            <a:noFill/>
          </a:ln>
        </p:spPr>
      </p:sp>
      <p:sp>
        <p:nvSpPr>
          <p:cNvPr id="134"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GB" sz="2000" spc="-1" strike="noStrike">
              <a:latin typeface="Arial"/>
            </a:endParaRPr>
          </a:p>
        </p:txBody>
      </p:sp>
      <p:sp>
        <p:nvSpPr>
          <p:cNvPr id="135" name="TextShape 15"/>
          <p:cNvSpPr/>
          <p:nvPr/>
        </p:nvSpPr>
        <p:spPr>
          <a:xfrm>
            <a:off x="3884760" y="8685360"/>
            <a:ext cx="2968200" cy="4550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CED96846-5378-4DBC-9604-B5E6FC1B20A2}" type="slidenum">
              <a:rPr b="0" lang="en-GB" sz="1200" spc="-1" strike="noStrike">
                <a:solidFill>
                  <a:srgbClr val="000000"/>
                </a:solidFill>
                <a:latin typeface="+mn-lt"/>
                <a:ea typeface="+mn-ea"/>
              </a:rPr>
              <a:t>&lt;number&gt;</a:t>
            </a:fld>
            <a:endParaRPr b="0" lang="en-GB" sz="12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685800" y="1143000"/>
            <a:ext cx="5483160" cy="3083040"/>
          </a:xfrm>
          <a:prstGeom prst="rect">
            <a:avLst/>
          </a:prstGeom>
          <a:ln w="0">
            <a:noFill/>
          </a:ln>
        </p:spPr>
      </p:sp>
      <p:sp>
        <p:nvSpPr>
          <p:cNvPr id="137" name="PlaceHolder 2"/>
          <p:cNvSpPr>
            <a:spLocks noGrp="1"/>
          </p:cNvSpPr>
          <p:nvPr>
            <p:ph type="body"/>
          </p:nvPr>
        </p:nvSpPr>
        <p:spPr>
          <a:xfrm>
            <a:off x="685800" y="4400640"/>
            <a:ext cx="5482800" cy="3596760"/>
          </a:xfrm>
          <a:prstGeom prst="rect">
            <a:avLst/>
          </a:prstGeom>
          <a:noFill/>
          <a:ln w="0">
            <a:noFill/>
          </a:ln>
        </p:spPr>
        <p:txBody>
          <a:bodyPr lIns="0" rIns="0" tIns="0" bIns="0" anchor="t">
            <a:noAutofit/>
          </a:bodyPr>
          <a:p>
            <a:endParaRPr b="0" lang="en-GB" sz="2000" spc="-1" strike="noStrike">
              <a:latin typeface="Arial"/>
            </a:endParaRPr>
          </a:p>
        </p:txBody>
      </p:sp>
      <p:sp>
        <p:nvSpPr>
          <p:cNvPr id="138" name="TextShape 3"/>
          <p:cNvSpPr/>
          <p:nvPr/>
        </p:nvSpPr>
        <p:spPr>
          <a:xfrm>
            <a:off x="3884760" y="8685360"/>
            <a:ext cx="2968200" cy="4550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78300936-0C3B-4509-92E2-B58B5A9BFDE3}" type="slidenum">
              <a:rPr b="0" lang="en-GB" sz="1200" spc="-1" strike="noStrike">
                <a:solidFill>
                  <a:srgbClr val="000000"/>
                </a:solidFill>
                <a:latin typeface="+mn-lt"/>
                <a:ea typeface="+mn-ea"/>
              </a:rPr>
              <a:t>&lt;number&gt;</a:t>
            </a:fld>
            <a:endParaRPr b="0" lang="en-GB"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GB"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GB" sz="3200" spc="-1" strike="noStrike">
              <a:latin typeface="Arial"/>
            </a:endParaRPr>
          </a:p>
        </p:txBody>
      </p:sp>
      <p:sp>
        <p:nvSpPr>
          <p:cNvPr id="1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GB"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1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1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GB" sz="3200" spc="-1" strike="noStrike">
              <a:latin typeface="Arial"/>
            </a:endParaRPr>
          </a:p>
        </p:txBody>
      </p:sp>
      <p:sp>
        <p:nvSpPr>
          <p:cNvPr id="1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GB"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2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2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2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2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2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3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3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3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3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3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3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3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4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4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GB"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GB" sz="3200" spc="-1" strike="noStrike">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GB"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GB" sz="3200" spc="-1" strike="noStrike">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GB" sz="3200" spc="-1" strike="noStrike">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GB" sz="3200" spc="-1" strike="noStrike">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GB" sz="4400" spc="-1" strike="noStrike">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GB" sz="3200" spc="-1" strike="noStrike">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GB"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89a"/>
        </a:solidFill>
      </p:bgPr>
    </p:bg>
    <p:spTree>
      <p:nvGrpSpPr>
        <p:cNvPr id="1" name=""/>
        <p:cNvGrpSpPr/>
        <p:nvPr/>
      </p:nvGrpSpPr>
      <p:grpSpPr>
        <a:xfrm>
          <a:off x="0" y="0"/>
          <a:ext cx="0" cy="0"/>
          <a:chOff x="0" y="0"/>
          <a:chExt cx="0" cy="0"/>
        </a:xfrm>
      </p:grpSpPr>
      <p:pic>
        <p:nvPicPr>
          <p:cNvPr id="0" name="Afbeelding 11" descr=""/>
          <p:cNvPicPr/>
          <p:nvPr/>
        </p:nvPicPr>
        <p:blipFill>
          <a:blip r:embed="rId2"/>
          <a:stretch/>
        </p:blipFill>
        <p:spPr>
          <a:xfrm>
            <a:off x="-3240" y="0"/>
            <a:ext cx="12194640" cy="1063080"/>
          </a:xfrm>
          <a:prstGeom prst="rect">
            <a:avLst/>
          </a:prstGeom>
          <a:ln w="0">
            <a:noFill/>
          </a:ln>
        </p:spPr>
      </p:pic>
      <p:sp>
        <p:nvSpPr>
          <p:cNvPr id="1" name="CustomShape 1" hidden="1"/>
          <p:cNvSpPr/>
          <p:nvPr/>
        </p:nvSpPr>
        <p:spPr>
          <a:xfrm>
            <a:off x="5861880" y="6620400"/>
            <a:ext cx="464400" cy="234000"/>
          </a:xfrm>
          <a:prstGeom prst="rect">
            <a:avLst/>
          </a:prstGeom>
          <a:solidFill>
            <a:srgbClr val="154273"/>
          </a:solidFill>
          <a:ln>
            <a:noFill/>
          </a:ln>
        </p:spPr>
        <p:style>
          <a:lnRef idx="2">
            <a:schemeClr val="accent1">
              <a:shade val="50000"/>
            </a:schemeClr>
          </a:lnRef>
          <a:fillRef idx="1">
            <a:schemeClr val="accent1"/>
          </a:fillRef>
          <a:effectRef idx="0">
            <a:schemeClr val="accent1"/>
          </a:effectRef>
          <a:fontRef idx="minor"/>
        </p:style>
      </p:sp>
      <p:sp>
        <p:nvSpPr>
          <p:cNvPr id="2" name="CustomShape 3"/>
          <p:cNvSpPr/>
          <p:nvPr/>
        </p:nvSpPr>
        <p:spPr>
          <a:xfrm>
            <a:off x="5773320" y="6541200"/>
            <a:ext cx="644040" cy="313200"/>
          </a:xfrm>
          <a:prstGeom prst="rect">
            <a:avLst/>
          </a:prstGeom>
          <a:solidFill>
            <a:srgbClr val="154273"/>
          </a:solidFill>
          <a:ln>
            <a:noFill/>
          </a:ln>
        </p:spPr>
        <p:style>
          <a:lnRef idx="2">
            <a:schemeClr val="accent1">
              <a:shade val="50000"/>
            </a:schemeClr>
          </a:lnRef>
          <a:fillRef idx="1">
            <a:schemeClr val="accent1"/>
          </a:fillRef>
          <a:effectRef idx="0">
            <a:schemeClr val="accent1"/>
          </a:effectRef>
          <a:fontRef idx="minor"/>
        </p:style>
      </p:sp>
      <p:pic>
        <p:nvPicPr>
          <p:cNvPr id="3" name="Afbeelding 7" descr=""/>
          <p:cNvPicPr/>
          <p:nvPr/>
        </p:nvPicPr>
        <p:blipFill>
          <a:blip r:embed="rId3"/>
          <a:stretch/>
        </p:blipFill>
        <p:spPr>
          <a:xfrm>
            <a:off x="0" y="0"/>
            <a:ext cx="12188520" cy="1875960"/>
          </a:xfrm>
          <a:prstGeom prst="rect">
            <a:avLst/>
          </a:prstGeom>
          <a:ln w="0">
            <a:noFill/>
          </a:ln>
        </p:spPr>
      </p:pic>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GB" sz="4400" spc="-1" strike="noStrike">
                <a:latin typeface="Arial"/>
              </a:rPr>
              <a:t>Click to edit the title text format</a:t>
            </a:r>
            <a:endParaRPr b="0" lang="en-GB" sz="4400" spc="-1" strike="noStrike">
              <a:latin typeface="Arial"/>
            </a:endParaRP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latin typeface="Arial"/>
              </a:rPr>
              <a:t>Click to edit the outline text format</a:t>
            </a:r>
            <a:endParaRPr b="0" lang="en-GB" sz="32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Second Outline Level</a:t>
            </a:r>
            <a:endParaRPr b="0" lang="en-GB" sz="2800" spc="-1" strike="noStrike">
              <a:latin typeface="Arial"/>
            </a:endParaRPr>
          </a:p>
          <a:p>
            <a:pPr lvl="2" marL="1296000" indent="-288000">
              <a:spcBef>
                <a:spcPts val="850"/>
              </a:spcBef>
              <a:buClr>
                <a:srgbClr val="000000"/>
              </a:buClr>
              <a:buSzPct val="45000"/>
              <a:buFont typeface="Wingdings" charset="2"/>
              <a:buChar char=""/>
            </a:pPr>
            <a:r>
              <a:rPr b="0" lang="en-GB" sz="2400" spc="-1" strike="noStrike">
                <a:latin typeface="Arial"/>
              </a:rPr>
              <a:t>Third Outline Level</a:t>
            </a:r>
            <a:endParaRPr b="0" lang="en-GB" sz="2400" spc="-1" strike="noStrike">
              <a:latin typeface="Arial"/>
            </a:endParaRPr>
          </a:p>
          <a:p>
            <a:pPr lvl="3" marL="1728000" indent="-216000">
              <a:spcBef>
                <a:spcPts val="567"/>
              </a:spcBef>
              <a:buClr>
                <a:srgbClr val="000000"/>
              </a:buClr>
              <a:buSzPct val="75000"/>
              <a:buFont typeface="Symbol" charset="2"/>
              <a:buChar char=""/>
            </a:pPr>
            <a:r>
              <a:rPr b="0" lang="en-GB" sz="2000" spc="-1" strike="noStrike">
                <a:latin typeface="Arial"/>
              </a:rPr>
              <a:t>Fourth Outline Level</a:t>
            </a:r>
            <a:endParaRPr b="0" lang="en-GB" sz="2000" spc="-1" strike="noStrike">
              <a:latin typeface="Arial"/>
            </a:endParaRPr>
          </a:p>
          <a:p>
            <a:pPr lvl="4" marL="2160000" indent="-216000">
              <a:spcBef>
                <a:spcPts val="283"/>
              </a:spcBef>
              <a:buClr>
                <a:srgbClr val="000000"/>
              </a:buClr>
              <a:buSzPct val="45000"/>
              <a:buFont typeface="Wingdings" charset="2"/>
              <a:buChar char=""/>
            </a:pPr>
            <a:r>
              <a:rPr b="0" lang="en-GB" sz="2000" spc="-1" strike="noStrike">
                <a:latin typeface="Arial"/>
              </a:rPr>
              <a:t>Fifth Outline Level</a:t>
            </a:r>
            <a:endParaRPr b="0" lang="en-GB" sz="2000" spc="-1" strike="noStrike">
              <a:latin typeface="Arial"/>
            </a:endParaRPr>
          </a:p>
          <a:p>
            <a:pPr lvl="5" marL="2592000" indent="-216000">
              <a:spcBef>
                <a:spcPts val="283"/>
              </a:spcBef>
              <a:buClr>
                <a:srgbClr val="000000"/>
              </a:buClr>
              <a:buSzPct val="45000"/>
              <a:buFont typeface="Wingdings" charset="2"/>
              <a:buChar char=""/>
            </a:pPr>
            <a:r>
              <a:rPr b="0" lang="en-GB" sz="2000" spc="-1" strike="noStrike">
                <a:latin typeface="Arial"/>
              </a:rPr>
              <a:t>Sixth Outline Level</a:t>
            </a:r>
            <a:endParaRPr b="0" lang="en-GB" sz="2000" spc="-1" strike="noStrike">
              <a:latin typeface="Arial"/>
            </a:endParaRPr>
          </a:p>
          <a:p>
            <a:pPr lvl="6" marL="3024000" indent="-216000">
              <a:spcBef>
                <a:spcPts val="283"/>
              </a:spcBef>
              <a:buClr>
                <a:srgbClr val="000000"/>
              </a:buClr>
              <a:buSzPct val="45000"/>
              <a:buFont typeface="Wingdings" charset="2"/>
              <a:buChar char=""/>
            </a:pPr>
            <a:r>
              <a:rPr b="0" lang="en-GB" sz="2000" spc="-1" strike="noStrike">
                <a:latin typeface="Arial"/>
              </a:rPr>
              <a:t>Seventh Outline Level</a:t>
            </a:r>
            <a:endParaRPr b="0" lang="en-GB"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Afbeelding 11" descr=""/>
          <p:cNvPicPr/>
          <p:nvPr/>
        </p:nvPicPr>
        <p:blipFill>
          <a:blip r:embed="rId2"/>
          <a:stretch/>
        </p:blipFill>
        <p:spPr>
          <a:xfrm>
            <a:off x="-3240" y="0"/>
            <a:ext cx="12194640" cy="1063080"/>
          </a:xfrm>
          <a:prstGeom prst="rect">
            <a:avLst/>
          </a:prstGeom>
          <a:ln w="0">
            <a:noFill/>
          </a:ln>
        </p:spPr>
      </p:pic>
      <p:sp>
        <p:nvSpPr>
          <p:cNvPr id="43" name="CustomShape 1"/>
          <p:cNvSpPr/>
          <p:nvPr/>
        </p:nvSpPr>
        <p:spPr>
          <a:xfrm>
            <a:off x="5861880" y="6620400"/>
            <a:ext cx="464400" cy="234000"/>
          </a:xfrm>
          <a:prstGeom prst="rect">
            <a:avLst/>
          </a:prstGeom>
          <a:solidFill>
            <a:srgbClr val="154273"/>
          </a:solidFill>
          <a:ln>
            <a:noFill/>
          </a:ln>
        </p:spPr>
        <p:style>
          <a:lnRef idx="2">
            <a:schemeClr val="accent1">
              <a:shade val="50000"/>
            </a:schemeClr>
          </a:lnRef>
          <a:fillRef idx="1">
            <a:schemeClr val="accent1"/>
          </a:fillRef>
          <a:effectRef idx="0">
            <a:schemeClr val="accent1"/>
          </a:effectRef>
          <a:fontRef idx="minor"/>
        </p:style>
      </p:sp>
      <p:sp>
        <p:nvSpPr>
          <p:cNvPr id="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GB" sz="4400" spc="-1" strike="noStrike">
                <a:latin typeface="Arial"/>
              </a:rPr>
              <a:t>Click to edit the title text format</a:t>
            </a:r>
            <a:endParaRPr b="0" lang="en-GB" sz="4400" spc="-1" strike="noStrike">
              <a:latin typeface="Arial"/>
            </a:endParaRPr>
          </a:p>
        </p:txBody>
      </p:sp>
      <p:sp>
        <p:nvSpPr>
          <p:cNvPr id="4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latin typeface="Arial"/>
              </a:rPr>
              <a:t>Click to edit the outline text format</a:t>
            </a:r>
            <a:endParaRPr b="0" lang="en-GB" sz="3200" spc="-1" strike="noStrike">
              <a:latin typeface="Arial"/>
            </a:endParaRPr>
          </a:p>
          <a:p>
            <a:pPr lvl="1" marL="864000" indent="-324000">
              <a:spcBef>
                <a:spcPts val="1134"/>
              </a:spcBef>
              <a:buClr>
                <a:srgbClr val="000000"/>
              </a:buClr>
              <a:buSzPct val="75000"/>
              <a:buFont typeface="Symbol" charset="2"/>
              <a:buChar char=""/>
            </a:pPr>
            <a:r>
              <a:rPr b="0" lang="en-GB" sz="2800" spc="-1" strike="noStrike">
                <a:latin typeface="Arial"/>
              </a:rPr>
              <a:t>Second Outline Level</a:t>
            </a:r>
            <a:endParaRPr b="0" lang="en-GB" sz="2800" spc="-1" strike="noStrike">
              <a:latin typeface="Arial"/>
            </a:endParaRPr>
          </a:p>
          <a:p>
            <a:pPr lvl="2" marL="1296000" indent="-288000">
              <a:spcBef>
                <a:spcPts val="850"/>
              </a:spcBef>
              <a:buClr>
                <a:srgbClr val="000000"/>
              </a:buClr>
              <a:buSzPct val="45000"/>
              <a:buFont typeface="Wingdings" charset="2"/>
              <a:buChar char=""/>
            </a:pPr>
            <a:r>
              <a:rPr b="0" lang="en-GB" sz="2400" spc="-1" strike="noStrike">
                <a:latin typeface="Arial"/>
              </a:rPr>
              <a:t>Third Outline Level</a:t>
            </a:r>
            <a:endParaRPr b="0" lang="en-GB" sz="2400" spc="-1" strike="noStrike">
              <a:latin typeface="Arial"/>
            </a:endParaRPr>
          </a:p>
          <a:p>
            <a:pPr lvl="3" marL="1728000" indent="-216000">
              <a:spcBef>
                <a:spcPts val="567"/>
              </a:spcBef>
              <a:buClr>
                <a:srgbClr val="000000"/>
              </a:buClr>
              <a:buSzPct val="75000"/>
              <a:buFont typeface="Symbol" charset="2"/>
              <a:buChar char=""/>
            </a:pPr>
            <a:r>
              <a:rPr b="0" lang="en-GB" sz="2000" spc="-1" strike="noStrike">
                <a:latin typeface="Arial"/>
              </a:rPr>
              <a:t>Fourth Outline Level</a:t>
            </a:r>
            <a:endParaRPr b="0" lang="en-GB" sz="2000" spc="-1" strike="noStrike">
              <a:latin typeface="Arial"/>
            </a:endParaRPr>
          </a:p>
          <a:p>
            <a:pPr lvl="4" marL="2160000" indent="-216000">
              <a:spcBef>
                <a:spcPts val="283"/>
              </a:spcBef>
              <a:buClr>
                <a:srgbClr val="000000"/>
              </a:buClr>
              <a:buSzPct val="45000"/>
              <a:buFont typeface="Wingdings" charset="2"/>
              <a:buChar char=""/>
            </a:pPr>
            <a:r>
              <a:rPr b="0" lang="en-GB" sz="2000" spc="-1" strike="noStrike">
                <a:latin typeface="Arial"/>
              </a:rPr>
              <a:t>Fifth Outline Level</a:t>
            </a:r>
            <a:endParaRPr b="0" lang="en-GB" sz="2000" spc="-1" strike="noStrike">
              <a:latin typeface="Arial"/>
            </a:endParaRPr>
          </a:p>
          <a:p>
            <a:pPr lvl="5" marL="2592000" indent="-216000">
              <a:spcBef>
                <a:spcPts val="283"/>
              </a:spcBef>
              <a:buClr>
                <a:srgbClr val="000000"/>
              </a:buClr>
              <a:buSzPct val="45000"/>
              <a:buFont typeface="Wingdings" charset="2"/>
              <a:buChar char=""/>
            </a:pPr>
            <a:r>
              <a:rPr b="0" lang="en-GB" sz="2000" spc="-1" strike="noStrike">
                <a:latin typeface="Arial"/>
              </a:rPr>
              <a:t>Sixth Outline Level</a:t>
            </a:r>
            <a:endParaRPr b="0" lang="en-GB" sz="2000" spc="-1" strike="noStrike">
              <a:latin typeface="Arial"/>
            </a:endParaRPr>
          </a:p>
          <a:p>
            <a:pPr lvl="6" marL="3024000" indent="-216000">
              <a:spcBef>
                <a:spcPts val="283"/>
              </a:spcBef>
              <a:buClr>
                <a:srgbClr val="000000"/>
              </a:buClr>
              <a:buSzPct val="45000"/>
              <a:buFont typeface="Wingdings" charset="2"/>
              <a:buChar char=""/>
            </a:pPr>
            <a:r>
              <a:rPr b="0" lang="en-GB" sz="2000" spc="-1" strike="noStrike">
                <a:latin typeface="Arial"/>
              </a:rPr>
              <a:t>Seventh Outline Level</a:t>
            </a:r>
            <a:endParaRPr b="0" lang="en-GB"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TextShape 1"/>
          <p:cNvSpPr/>
          <p:nvPr/>
        </p:nvSpPr>
        <p:spPr>
          <a:xfrm>
            <a:off x="634680" y="3427560"/>
            <a:ext cx="10920240" cy="1722960"/>
          </a:xfrm>
          <a:prstGeom prst="rect">
            <a:avLst/>
          </a:prstGeom>
          <a:noFill/>
          <a:ln w="0">
            <a:noFill/>
          </a:ln>
        </p:spPr>
        <p:style>
          <a:lnRef idx="0"/>
          <a:fillRef idx="0"/>
          <a:effectRef idx="0"/>
          <a:fontRef idx="minor"/>
        </p:style>
        <p:txBody>
          <a:bodyPr lIns="57600" rIns="90000" tIns="90000" bIns="90000" anchor="b">
            <a:noAutofit/>
          </a:bodyPr>
          <a:p>
            <a:pPr>
              <a:lnSpc>
                <a:spcPct val="90000"/>
              </a:lnSpc>
              <a:buNone/>
            </a:pPr>
            <a:r>
              <a:rPr b="0" lang="en-GB" sz="3600" spc="-1" strike="noStrike">
                <a:solidFill>
                  <a:srgbClr val="ffffff"/>
                </a:solidFill>
                <a:latin typeface="Verdana"/>
                <a:ea typeface="DejaVu Sans"/>
              </a:rPr>
              <a:t>AiOps – A vision of automation and control</a:t>
            </a:r>
            <a:endParaRPr b="0" lang="en-GB" sz="3600" spc="-1" strike="noStrike">
              <a:latin typeface="Arial"/>
            </a:endParaRPr>
          </a:p>
        </p:txBody>
      </p:sp>
      <p:sp>
        <p:nvSpPr>
          <p:cNvPr id="89" name="TextShape 2"/>
          <p:cNvSpPr/>
          <p:nvPr/>
        </p:nvSpPr>
        <p:spPr>
          <a:xfrm>
            <a:off x="634680" y="5162400"/>
            <a:ext cx="10920240" cy="660600"/>
          </a:xfrm>
          <a:prstGeom prst="rect">
            <a:avLst/>
          </a:prstGeom>
          <a:noFill/>
          <a:ln w="0">
            <a:noFill/>
          </a:ln>
        </p:spPr>
        <p:style>
          <a:lnRef idx="0"/>
          <a:fillRef idx="0"/>
          <a:effectRef idx="0"/>
          <a:fontRef idx="minor"/>
        </p:style>
        <p:txBody>
          <a:bodyPr lIns="72000" rIns="90000" tIns="90000" bIns="45000" anchor="t">
            <a:noAutofit/>
          </a:bodyPr>
          <a:p>
            <a:pPr>
              <a:lnSpc>
                <a:spcPct val="90000"/>
              </a:lnSpc>
              <a:spcBef>
                <a:spcPts val="1199"/>
              </a:spcBef>
              <a:buNone/>
              <a:tabLst>
                <a:tab algn="l" pos="0"/>
              </a:tabLst>
            </a:pPr>
            <a:r>
              <a:rPr b="0" lang="en-GB" sz="2400" spc="-1" strike="noStrike">
                <a:solidFill>
                  <a:srgbClr val="ffffff"/>
                </a:solidFill>
                <a:latin typeface="Verdana"/>
                <a:ea typeface="DejaVu Sans"/>
              </a:rPr>
              <a:t>CD-team</a:t>
            </a:r>
            <a:endParaRPr b="0" lang="en-GB" sz="2400" spc="-1" strike="noStrike">
              <a:latin typeface="Arial"/>
            </a:endParaRPr>
          </a:p>
        </p:txBody>
      </p:sp>
      <p:sp>
        <p:nvSpPr>
          <p:cNvPr id="90" name="TextShape 3"/>
          <p:cNvSpPr/>
          <p:nvPr/>
        </p:nvSpPr>
        <p:spPr>
          <a:xfrm>
            <a:off x="634680" y="5835240"/>
            <a:ext cx="3139200" cy="385920"/>
          </a:xfrm>
          <a:prstGeom prst="rect">
            <a:avLst/>
          </a:prstGeom>
          <a:noFill/>
          <a:ln w="0">
            <a:noFill/>
          </a:ln>
        </p:spPr>
        <p:style>
          <a:lnRef idx="0"/>
          <a:fillRef idx="0"/>
          <a:effectRef idx="0"/>
          <a:fontRef idx="minor"/>
        </p:style>
        <p:txBody>
          <a:bodyPr lIns="86400" rIns="90000" tIns="45000" bIns="45000" anchor="b">
            <a:noAutofit/>
          </a:bodyPr>
          <a:p>
            <a:pPr>
              <a:lnSpc>
                <a:spcPct val="90000"/>
              </a:lnSpc>
              <a:spcBef>
                <a:spcPts val="1199"/>
              </a:spcBef>
              <a:buNone/>
              <a:tabLst>
                <a:tab algn="l" pos="0"/>
              </a:tabLst>
            </a:pPr>
            <a:r>
              <a:rPr b="0" lang="en-GB" sz="1600" spc="-1" strike="noStrike">
                <a:solidFill>
                  <a:srgbClr val="ffffff"/>
                </a:solidFill>
                <a:latin typeface="Verdana"/>
                <a:ea typeface="DejaVu Sans"/>
              </a:rPr>
              <a:t>Dr. Christopher A. Tucker</a:t>
            </a:r>
            <a:endParaRPr b="0" lang="en-GB" sz="1600" spc="-1" strike="noStrike">
              <a:latin typeface="Arial"/>
            </a:endParaRPr>
          </a:p>
        </p:txBody>
      </p:sp>
      <p:sp>
        <p:nvSpPr>
          <p:cNvPr id="91" name="TextShape 4"/>
          <p:cNvSpPr/>
          <p:nvPr/>
        </p:nvSpPr>
        <p:spPr>
          <a:xfrm>
            <a:off x="6553080" y="6221520"/>
            <a:ext cx="5001840" cy="318600"/>
          </a:xfrm>
          <a:prstGeom prst="rect">
            <a:avLst/>
          </a:prstGeom>
          <a:noFill/>
          <a:ln w="0">
            <a:noFill/>
          </a:ln>
        </p:spPr>
        <p:style>
          <a:lnRef idx="0"/>
          <a:fillRef idx="0"/>
          <a:effectRef idx="0"/>
          <a:fontRef idx="minor"/>
        </p:style>
        <p:txBody>
          <a:bodyPr lIns="90000" rIns="0" tIns="45000" bIns="45000" anchor="b">
            <a:noAutofit/>
          </a:bodyPr>
          <a:p>
            <a:pPr algn="r">
              <a:lnSpc>
                <a:spcPct val="100000"/>
              </a:lnSpc>
              <a:buNone/>
            </a:pPr>
            <a:fld id="{D367C9EA-0784-4BE0-B840-8321066A698D}" type="slidenum">
              <a:rPr b="0" lang="en-GB" sz="1050" spc="-1" strike="noStrike">
                <a:solidFill>
                  <a:srgbClr val="5b9edb"/>
                </a:solidFill>
                <a:latin typeface="Verdana"/>
                <a:ea typeface="DejaVu Sans"/>
              </a:rPr>
              <a:t>&lt;number&gt;</a:t>
            </a:fld>
            <a:endParaRPr b="0" lang="en-GB" sz="1050" spc="-1" strike="noStrike">
              <a:latin typeface="Arial"/>
            </a:endParaRPr>
          </a:p>
        </p:txBody>
      </p:sp>
      <p:pic>
        <p:nvPicPr>
          <p:cNvPr id="92" name="Tijdelijke aanduiding voor afbeelding 9" descr=""/>
          <p:cNvPicPr/>
          <p:nvPr/>
        </p:nvPicPr>
        <p:blipFill>
          <a:blip r:embed="rId1"/>
          <a:srcRect l="0" t="24601" r="0" b="24601"/>
          <a:stretch/>
        </p:blipFill>
        <p:spPr>
          <a:xfrm>
            <a:off x="0" y="0"/>
            <a:ext cx="12188520" cy="34239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Shape 1"/>
          <p:cNvSpPr/>
          <p:nvPr/>
        </p:nvSpPr>
        <p:spPr>
          <a:xfrm>
            <a:off x="635040" y="2289600"/>
            <a:ext cx="10919880" cy="3928320"/>
          </a:xfrm>
          <a:prstGeom prst="rect">
            <a:avLst/>
          </a:prstGeom>
          <a:noFill/>
          <a:ln w="0">
            <a:noFill/>
          </a:ln>
        </p:spPr>
        <p:style>
          <a:lnRef idx="0"/>
          <a:fillRef idx="0"/>
          <a:effectRef idx="0"/>
          <a:fontRef idx="minor"/>
        </p:style>
        <p:txBody>
          <a:bodyPr lIns="90000" rIns="90000" tIns="45000" bIns="45000" anchor="t">
            <a:normAutofit/>
          </a:bodyPr>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What is AiOps?</a:t>
            </a:r>
            <a:endParaRPr b="0" lang="en-GB" sz="2400" spc="-1" strike="noStrike">
              <a:latin typeface="Arial"/>
            </a:endParaRPr>
          </a:p>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Previous works: The belastingdienst misadventure</a:t>
            </a:r>
            <a:endParaRPr b="0" lang="en-GB" sz="2400" spc="-1" strike="noStrike">
              <a:latin typeface="Arial"/>
            </a:endParaRPr>
          </a:p>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A new vision: Epic CD-3324</a:t>
            </a:r>
            <a:endParaRPr b="0" lang="en-GB" sz="2400" spc="-1" strike="noStrike">
              <a:latin typeface="Arial"/>
            </a:endParaRPr>
          </a:p>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Pitfall! A crisis of reproducibility</a:t>
            </a:r>
            <a:endParaRPr b="0" lang="en-GB" sz="2400" spc="-1" strike="noStrike">
              <a:latin typeface="Arial"/>
            </a:endParaRPr>
          </a:p>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A design proposal</a:t>
            </a:r>
            <a:endParaRPr b="0" lang="en-GB" sz="2400" spc="-1" strike="noStrike">
              <a:latin typeface="Arial"/>
            </a:endParaRPr>
          </a:p>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Discussion</a:t>
            </a:r>
            <a:endParaRPr b="0" lang="en-GB" sz="2400" spc="-1" strike="noStrike">
              <a:latin typeface="Arial"/>
            </a:endParaRPr>
          </a:p>
        </p:txBody>
      </p:sp>
      <p:sp>
        <p:nvSpPr>
          <p:cNvPr id="94" name="TextShape 2"/>
          <p:cNvSpPr/>
          <p:nvPr/>
        </p:nvSpPr>
        <p:spPr>
          <a:xfrm>
            <a:off x="635040" y="1052640"/>
            <a:ext cx="10919880" cy="944280"/>
          </a:xfrm>
          <a:prstGeom prst="rect">
            <a:avLst/>
          </a:prstGeom>
          <a:noFill/>
          <a:ln w="0">
            <a:noFill/>
          </a:ln>
        </p:spPr>
        <p:style>
          <a:lnRef idx="0"/>
          <a:fillRef idx="0"/>
          <a:effectRef idx="0"/>
          <a:fontRef idx="minor"/>
        </p:style>
        <p:txBody>
          <a:bodyPr lIns="90000" rIns="90000" tIns="45000" bIns="45000" anchor="b">
            <a:noAutofit/>
          </a:bodyPr>
          <a:p>
            <a:pPr>
              <a:lnSpc>
                <a:spcPct val="90000"/>
              </a:lnSpc>
              <a:buNone/>
            </a:pPr>
            <a:r>
              <a:rPr b="0" lang="en-GB" sz="2000" spc="-1" strike="noStrike">
                <a:solidFill>
                  <a:srgbClr val="00689a"/>
                </a:solidFill>
                <a:latin typeface="Verdana"/>
                <a:ea typeface="DejaVu Sans"/>
              </a:rPr>
              <a:t>Agenda</a:t>
            </a:r>
            <a:endParaRPr b="0" lang="en-GB" sz="2000" spc="-1" strike="noStrike">
              <a:latin typeface="Arial"/>
            </a:endParaRPr>
          </a:p>
        </p:txBody>
      </p:sp>
      <p:sp>
        <p:nvSpPr>
          <p:cNvPr id="95" name="TextShape 3"/>
          <p:cNvSpPr/>
          <p:nvPr/>
        </p:nvSpPr>
        <p:spPr>
          <a:xfrm>
            <a:off x="6553080" y="6221520"/>
            <a:ext cx="5001840" cy="318600"/>
          </a:xfrm>
          <a:prstGeom prst="rect">
            <a:avLst/>
          </a:prstGeom>
          <a:noFill/>
          <a:ln w="0">
            <a:noFill/>
          </a:ln>
        </p:spPr>
        <p:style>
          <a:lnRef idx="0"/>
          <a:fillRef idx="0"/>
          <a:effectRef idx="0"/>
          <a:fontRef idx="minor"/>
        </p:style>
        <p:txBody>
          <a:bodyPr lIns="90000" rIns="0" tIns="45000" bIns="45000" anchor="b">
            <a:noAutofit/>
          </a:bodyPr>
          <a:p>
            <a:pPr algn="r">
              <a:lnSpc>
                <a:spcPct val="100000"/>
              </a:lnSpc>
              <a:buNone/>
            </a:pPr>
            <a:fld id="{7414ED88-999E-4AFB-8386-51DAAF592013}" type="slidenum">
              <a:rPr b="0" lang="en-GB" sz="1050" spc="-1" strike="noStrike">
                <a:solidFill>
                  <a:srgbClr val="a6a6a6"/>
                </a:solidFill>
                <a:latin typeface="Verdana"/>
                <a:ea typeface="DejaVu Sans"/>
              </a:rPr>
              <a:t>&lt;number&gt;</a:t>
            </a:fld>
            <a:endParaRPr b="0" lang="en-GB" sz="10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xtShape 9"/>
          <p:cNvSpPr/>
          <p:nvPr/>
        </p:nvSpPr>
        <p:spPr>
          <a:xfrm>
            <a:off x="635040" y="2289600"/>
            <a:ext cx="10919880" cy="3928320"/>
          </a:xfrm>
          <a:prstGeom prst="rect">
            <a:avLst/>
          </a:prstGeom>
          <a:noFill/>
          <a:ln w="0">
            <a:noFill/>
          </a:ln>
        </p:spPr>
        <p:style>
          <a:lnRef idx="0"/>
          <a:fillRef idx="0"/>
          <a:effectRef idx="0"/>
          <a:fontRef idx="minor"/>
        </p:style>
      </p:sp>
      <p:sp>
        <p:nvSpPr>
          <p:cNvPr id="97" name="TextShape 11"/>
          <p:cNvSpPr/>
          <p:nvPr/>
        </p:nvSpPr>
        <p:spPr>
          <a:xfrm>
            <a:off x="635040" y="1052640"/>
            <a:ext cx="10919880" cy="944280"/>
          </a:xfrm>
          <a:prstGeom prst="rect">
            <a:avLst/>
          </a:prstGeom>
          <a:noFill/>
          <a:ln w="0">
            <a:noFill/>
          </a:ln>
        </p:spPr>
        <p:style>
          <a:lnRef idx="0"/>
          <a:fillRef idx="0"/>
          <a:effectRef idx="0"/>
          <a:fontRef idx="minor"/>
        </p:style>
        <p:txBody>
          <a:bodyPr lIns="90000" rIns="90000" tIns="45000" bIns="45000" anchor="b">
            <a:noAutofit/>
          </a:bodyPr>
          <a:p>
            <a:pPr>
              <a:lnSpc>
                <a:spcPct val="90000"/>
              </a:lnSpc>
              <a:buNone/>
            </a:pPr>
            <a:r>
              <a:rPr b="0" lang="en-GB" sz="2000" spc="-1" strike="noStrike">
                <a:solidFill>
                  <a:srgbClr val="00689a"/>
                </a:solidFill>
                <a:latin typeface="Verdana"/>
                <a:ea typeface="DejaVu Sans"/>
              </a:rPr>
              <a:t>Let me take a moment…</a:t>
            </a:r>
            <a:endParaRPr b="0" lang="en-GB" sz="2000" spc="-1" strike="noStrike">
              <a:latin typeface="Arial"/>
            </a:endParaRPr>
          </a:p>
        </p:txBody>
      </p:sp>
      <p:sp>
        <p:nvSpPr>
          <p:cNvPr id="98" name="TextShape 12"/>
          <p:cNvSpPr/>
          <p:nvPr/>
        </p:nvSpPr>
        <p:spPr>
          <a:xfrm>
            <a:off x="6553080" y="6221520"/>
            <a:ext cx="5001840" cy="318600"/>
          </a:xfrm>
          <a:prstGeom prst="rect">
            <a:avLst/>
          </a:prstGeom>
          <a:noFill/>
          <a:ln w="0">
            <a:noFill/>
          </a:ln>
        </p:spPr>
        <p:style>
          <a:lnRef idx="0"/>
          <a:fillRef idx="0"/>
          <a:effectRef idx="0"/>
          <a:fontRef idx="minor"/>
        </p:style>
        <p:txBody>
          <a:bodyPr lIns="90000" rIns="0" tIns="45000" bIns="45000" anchor="b">
            <a:noAutofit/>
          </a:bodyPr>
          <a:p>
            <a:pPr algn="r">
              <a:lnSpc>
                <a:spcPct val="100000"/>
              </a:lnSpc>
              <a:buNone/>
            </a:pPr>
            <a:fld id="{0C21A6E8-D204-425B-AAB7-62991B2A2CD5}" type="slidenum">
              <a:rPr b="0" lang="en-GB" sz="1050" spc="-1" strike="noStrike">
                <a:solidFill>
                  <a:srgbClr val="a6a6a6"/>
                </a:solidFill>
                <a:latin typeface="Verdana"/>
                <a:ea typeface="DejaVu Sans"/>
              </a:rPr>
              <a:t>&lt;number&gt;</a:t>
            </a:fld>
            <a:endParaRPr b="0" lang="en-GB" sz="10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xtShape 1"/>
          <p:cNvSpPr/>
          <p:nvPr/>
        </p:nvSpPr>
        <p:spPr>
          <a:xfrm>
            <a:off x="635040" y="2144880"/>
            <a:ext cx="10919880" cy="3928320"/>
          </a:xfrm>
          <a:prstGeom prst="rect">
            <a:avLst/>
          </a:prstGeom>
          <a:noFill/>
          <a:ln w="0">
            <a:noFill/>
          </a:ln>
        </p:spPr>
        <p:style>
          <a:lnRef idx="0"/>
          <a:fillRef idx="0"/>
          <a:effectRef idx="0"/>
          <a:fontRef idx="minor"/>
        </p:style>
        <p:txBody>
          <a:bodyPr lIns="90000" rIns="90000" tIns="45000" bIns="45000" anchor="t">
            <a:normAutofit/>
          </a:bodyPr>
          <a:p>
            <a:pPr marL="316800" indent="-316440">
              <a:lnSpc>
                <a:spcPct val="90000"/>
              </a:lnSpc>
              <a:spcBef>
                <a:spcPts val="1199"/>
              </a:spcBef>
              <a:buClr>
                <a:srgbClr val="00689a"/>
              </a:buClr>
              <a:buSzPct val="80000"/>
              <a:buFont typeface="Verdana"/>
              <a:buChar char="›"/>
            </a:pPr>
            <a:r>
              <a:rPr b="0" lang="en-GB" sz="2200" spc="-1" strike="noStrike">
                <a:solidFill>
                  <a:srgbClr val="000000"/>
                </a:solidFill>
                <a:latin typeface="Arial"/>
                <a:ea typeface="DejaVu Sans"/>
              </a:rPr>
              <a:t>What is real verses what is expected</a:t>
            </a:r>
            <a:endParaRPr b="0" lang="en-GB" sz="22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Aggregate data to discover operational patterns of a cluster and classify them (looking for rules)</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Know when to use unstructured learning verses supervised learning</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Leverage change-impact analysis</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Has found suitability in the markets with testing</a:t>
            </a:r>
            <a:endParaRPr b="0" lang="en-GB" sz="1600" spc="-1" strike="noStrike">
              <a:latin typeface="Arial"/>
            </a:endParaRPr>
          </a:p>
          <a:p>
            <a:pPr lvl="2" marL="12312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Low-hanging fruit</a:t>
            </a:r>
            <a:endParaRPr b="0" lang="en-GB" sz="1600" spc="-1" strike="noStrike">
              <a:latin typeface="Arial"/>
            </a:endParaRPr>
          </a:p>
          <a:p>
            <a:pPr marL="316800" indent="-316440">
              <a:lnSpc>
                <a:spcPct val="90000"/>
              </a:lnSpc>
              <a:spcBef>
                <a:spcPts val="1199"/>
              </a:spcBef>
              <a:buClr>
                <a:srgbClr val="00689a"/>
              </a:buClr>
              <a:buSzPct val="80000"/>
              <a:buFont typeface="Verdana"/>
              <a:buChar char="›"/>
            </a:pPr>
            <a:r>
              <a:rPr b="0" lang="en-GB" sz="2200" spc="-1" strike="noStrike">
                <a:solidFill>
                  <a:srgbClr val="000000"/>
                </a:solidFill>
                <a:latin typeface="Arial"/>
                <a:ea typeface="DejaVu Sans"/>
              </a:rPr>
              <a:t>Tools verses new development</a:t>
            </a:r>
            <a:endParaRPr b="0" lang="en-GB" sz="22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Quality of tools mixed and indeterminate</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Is AI “in there” or are they just saying it is?</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Backpropagation feedforward neural networks that can remember</a:t>
            </a:r>
            <a:endParaRPr b="0" lang="en-GB" sz="1600" spc="-1" strike="noStrike">
              <a:latin typeface="Arial"/>
            </a:endParaRPr>
          </a:p>
        </p:txBody>
      </p:sp>
      <p:sp>
        <p:nvSpPr>
          <p:cNvPr id="100" name="TextShape 2"/>
          <p:cNvSpPr/>
          <p:nvPr/>
        </p:nvSpPr>
        <p:spPr>
          <a:xfrm>
            <a:off x="635040" y="1052640"/>
            <a:ext cx="10919880" cy="944280"/>
          </a:xfrm>
          <a:prstGeom prst="rect">
            <a:avLst/>
          </a:prstGeom>
          <a:noFill/>
          <a:ln w="0">
            <a:noFill/>
          </a:ln>
        </p:spPr>
        <p:style>
          <a:lnRef idx="0"/>
          <a:fillRef idx="0"/>
          <a:effectRef idx="0"/>
          <a:fontRef idx="minor"/>
        </p:style>
        <p:txBody>
          <a:bodyPr lIns="90000" rIns="90000" tIns="45000" bIns="45000" anchor="b">
            <a:noAutofit/>
          </a:bodyPr>
          <a:p>
            <a:pPr>
              <a:lnSpc>
                <a:spcPct val="90000"/>
              </a:lnSpc>
              <a:buNone/>
            </a:pPr>
            <a:r>
              <a:rPr b="0" lang="en-GB" sz="2000" spc="-1" strike="noStrike">
                <a:solidFill>
                  <a:srgbClr val="00689a"/>
                </a:solidFill>
                <a:latin typeface="Verdana"/>
                <a:ea typeface="DejaVu Sans"/>
              </a:rPr>
              <a:t>What is AiOps: Beyond the hype</a:t>
            </a:r>
            <a:endParaRPr b="0" lang="en-GB" sz="2000" spc="-1" strike="noStrike">
              <a:latin typeface="Arial"/>
            </a:endParaRPr>
          </a:p>
        </p:txBody>
      </p:sp>
      <p:sp>
        <p:nvSpPr>
          <p:cNvPr id="101" name="TextShape 3"/>
          <p:cNvSpPr/>
          <p:nvPr/>
        </p:nvSpPr>
        <p:spPr>
          <a:xfrm>
            <a:off x="6553080" y="6221520"/>
            <a:ext cx="5001840" cy="318600"/>
          </a:xfrm>
          <a:prstGeom prst="rect">
            <a:avLst/>
          </a:prstGeom>
          <a:noFill/>
          <a:ln w="0">
            <a:noFill/>
          </a:ln>
        </p:spPr>
        <p:style>
          <a:lnRef idx="0"/>
          <a:fillRef idx="0"/>
          <a:effectRef idx="0"/>
          <a:fontRef idx="minor"/>
        </p:style>
        <p:txBody>
          <a:bodyPr lIns="90000" rIns="0" tIns="45000" bIns="45000" anchor="b">
            <a:noAutofit/>
          </a:bodyPr>
          <a:p>
            <a:pPr algn="r">
              <a:lnSpc>
                <a:spcPct val="100000"/>
              </a:lnSpc>
              <a:buNone/>
            </a:pPr>
            <a:fld id="{EA944A03-4F4C-4197-AA58-220652894D72}" type="slidenum">
              <a:rPr b="0" lang="en-GB" sz="1050" spc="-1" strike="noStrike">
                <a:solidFill>
                  <a:srgbClr val="a6a6a6"/>
                </a:solidFill>
                <a:latin typeface="Verdana"/>
                <a:ea typeface="DejaVu Sans"/>
              </a:rPr>
              <a:t>&lt;number&gt;</a:t>
            </a:fld>
            <a:endParaRPr b="0" lang="en-GB" sz="105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TextShape 6"/>
          <p:cNvSpPr/>
          <p:nvPr/>
        </p:nvSpPr>
        <p:spPr>
          <a:xfrm>
            <a:off x="635040" y="2144880"/>
            <a:ext cx="10919880" cy="3928320"/>
          </a:xfrm>
          <a:prstGeom prst="rect">
            <a:avLst/>
          </a:prstGeom>
          <a:noFill/>
          <a:ln w="0">
            <a:noFill/>
          </a:ln>
        </p:spPr>
        <p:style>
          <a:lnRef idx="0"/>
          <a:fillRef idx="0"/>
          <a:effectRef idx="0"/>
          <a:fontRef idx="minor"/>
        </p:style>
        <p:txBody>
          <a:bodyPr lIns="90000" rIns="90000" tIns="45000" bIns="45000" anchor="t">
            <a:normAutofit/>
          </a:bodyPr>
          <a:p>
            <a:pPr marL="316800" indent="-316440">
              <a:lnSpc>
                <a:spcPct val="90000"/>
              </a:lnSpc>
              <a:spcBef>
                <a:spcPts val="1199"/>
              </a:spcBef>
              <a:buClr>
                <a:srgbClr val="00689a"/>
              </a:buClr>
              <a:buSzPct val="80000"/>
              <a:buFont typeface="Verdana"/>
              <a:buChar char="›"/>
            </a:pPr>
            <a:r>
              <a:rPr b="0" lang="en-GB" sz="2200" spc="-1" strike="noStrike">
                <a:solidFill>
                  <a:srgbClr val="000000"/>
                </a:solidFill>
                <a:latin typeface="Arial"/>
                <a:ea typeface="DejaVu Sans"/>
              </a:rPr>
              <a:t>Lessons learned</a:t>
            </a:r>
            <a:endParaRPr b="0" lang="en-GB" sz="22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Don’t automatically trust the algorithm</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Involve participants to determine post-mortem </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Trust what is possible not what is theoretically possible</a:t>
            </a:r>
            <a:endParaRPr b="0" lang="en-GB" sz="1600" spc="-1" strike="noStrike">
              <a:latin typeface="Arial"/>
            </a:endParaRPr>
          </a:p>
          <a:p>
            <a:pPr marL="316800" indent="-316440">
              <a:lnSpc>
                <a:spcPct val="90000"/>
              </a:lnSpc>
              <a:spcBef>
                <a:spcPts val="1199"/>
              </a:spcBef>
              <a:buClr>
                <a:srgbClr val="00689a"/>
              </a:buClr>
              <a:buSzPct val="80000"/>
              <a:buFont typeface="Verdana"/>
              <a:buChar char="›"/>
            </a:pPr>
            <a:r>
              <a:rPr b="0" lang="en-GB" sz="2200" spc="-1" strike="noStrike">
                <a:solidFill>
                  <a:srgbClr val="000000"/>
                </a:solidFill>
                <a:latin typeface="Arial"/>
                <a:ea typeface="DejaVu Sans"/>
              </a:rPr>
              <a:t>Changing course</a:t>
            </a:r>
            <a:endParaRPr b="0" lang="en-GB" sz="22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Determine a mathematically-sound workflow</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Model processes in a logical manner</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Keep functionality simple</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Orient the process toward increasing optimization</a:t>
            </a:r>
            <a:endParaRPr b="0" lang="en-GB" sz="1600" spc="-1" strike="noStrike">
              <a:latin typeface="Arial"/>
            </a:endParaRPr>
          </a:p>
        </p:txBody>
      </p:sp>
      <p:sp>
        <p:nvSpPr>
          <p:cNvPr id="103" name="TextShape 7"/>
          <p:cNvSpPr/>
          <p:nvPr/>
        </p:nvSpPr>
        <p:spPr>
          <a:xfrm>
            <a:off x="635040" y="1052640"/>
            <a:ext cx="10919880" cy="944280"/>
          </a:xfrm>
          <a:prstGeom prst="rect">
            <a:avLst/>
          </a:prstGeom>
          <a:noFill/>
          <a:ln w="0">
            <a:noFill/>
          </a:ln>
        </p:spPr>
        <p:style>
          <a:lnRef idx="0"/>
          <a:fillRef idx="0"/>
          <a:effectRef idx="0"/>
          <a:fontRef idx="minor"/>
        </p:style>
        <p:txBody>
          <a:bodyPr lIns="90000" rIns="90000" tIns="45000" bIns="45000" anchor="b">
            <a:noAutofit/>
          </a:bodyPr>
          <a:p>
            <a:pPr>
              <a:lnSpc>
                <a:spcPct val="90000"/>
              </a:lnSpc>
              <a:buNone/>
            </a:pPr>
            <a:r>
              <a:rPr b="0" lang="en-GB" sz="2000" spc="-1" strike="noStrike">
                <a:solidFill>
                  <a:srgbClr val="00689a"/>
                </a:solidFill>
                <a:latin typeface="Verdana"/>
                <a:ea typeface="DejaVu Sans"/>
              </a:rPr>
              <a:t>This has been tried before: The belastingdienst</a:t>
            </a:r>
            <a:endParaRPr b="0" lang="en-GB" sz="2000" spc="-1" strike="noStrike">
              <a:latin typeface="Arial"/>
            </a:endParaRPr>
          </a:p>
        </p:txBody>
      </p:sp>
      <p:sp>
        <p:nvSpPr>
          <p:cNvPr id="104" name="TextShape 8"/>
          <p:cNvSpPr/>
          <p:nvPr/>
        </p:nvSpPr>
        <p:spPr>
          <a:xfrm>
            <a:off x="6553080" y="6221520"/>
            <a:ext cx="5001840" cy="318600"/>
          </a:xfrm>
          <a:prstGeom prst="rect">
            <a:avLst/>
          </a:prstGeom>
          <a:noFill/>
          <a:ln w="0">
            <a:noFill/>
          </a:ln>
        </p:spPr>
        <p:style>
          <a:lnRef idx="0"/>
          <a:fillRef idx="0"/>
          <a:effectRef idx="0"/>
          <a:fontRef idx="minor"/>
        </p:style>
        <p:txBody>
          <a:bodyPr lIns="90000" rIns="0" tIns="45000" bIns="45000" anchor="b">
            <a:noAutofit/>
          </a:bodyPr>
          <a:p>
            <a:pPr algn="r">
              <a:lnSpc>
                <a:spcPct val="100000"/>
              </a:lnSpc>
              <a:buNone/>
            </a:pPr>
            <a:fld id="{1049A6BE-003A-4E58-80C7-C9F7A8E26933}" type="slidenum">
              <a:rPr b="0" lang="en-GB" sz="1050" spc="-1" strike="noStrike">
                <a:solidFill>
                  <a:srgbClr val="a6a6a6"/>
                </a:solidFill>
                <a:latin typeface="Verdana"/>
                <a:ea typeface="DejaVu Sans"/>
              </a:rPr>
              <a:t>&lt;number&gt;</a:t>
            </a:fld>
            <a:endParaRPr b="0" lang="en-GB" sz="105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Shape 1"/>
          <p:cNvSpPr/>
          <p:nvPr/>
        </p:nvSpPr>
        <p:spPr>
          <a:xfrm>
            <a:off x="635040" y="2144880"/>
            <a:ext cx="10919880" cy="3928320"/>
          </a:xfrm>
          <a:prstGeom prst="rect">
            <a:avLst/>
          </a:prstGeom>
          <a:noFill/>
          <a:ln w="0">
            <a:noFill/>
          </a:ln>
        </p:spPr>
        <p:style>
          <a:lnRef idx="0"/>
          <a:fillRef idx="0"/>
          <a:effectRef idx="0"/>
          <a:fontRef idx="minor"/>
        </p:style>
        <p:txBody>
          <a:bodyPr lIns="90000" rIns="90000" tIns="45000" bIns="45000" anchor="t">
            <a:normAutofit fontScale="41000"/>
          </a:bodyPr>
          <a:p>
            <a:pPr marL="316800" indent="-316440">
              <a:lnSpc>
                <a:spcPct val="90000"/>
              </a:lnSpc>
              <a:spcBef>
                <a:spcPts val="1199"/>
              </a:spcBef>
              <a:buClr>
                <a:srgbClr val="00689a"/>
              </a:buClr>
              <a:buSzPct val="80000"/>
              <a:buFont typeface="Verdana"/>
              <a:buChar char="›"/>
            </a:pPr>
            <a:r>
              <a:rPr b="0" lang="en-GB" sz="4000" spc="-1" strike="noStrike">
                <a:solidFill>
                  <a:srgbClr val="000000"/>
                </a:solidFill>
                <a:latin typeface="Arial"/>
                <a:ea typeface="DejaVu Sans"/>
              </a:rPr>
              <a:t>Smart automation</a:t>
            </a:r>
            <a:endParaRPr b="0" lang="en-GB" sz="4000" spc="-1" strike="noStrike">
              <a:latin typeface="Arial"/>
            </a:endParaRPr>
          </a:p>
          <a:p>
            <a:pPr lvl="2" marL="648000" indent="-216000">
              <a:lnSpc>
                <a:spcPct val="100000"/>
              </a:lnSpc>
              <a:spcBef>
                <a:spcPts val="1400"/>
              </a:spcBef>
              <a:spcAft>
                <a:spcPts val="1001"/>
              </a:spcAft>
              <a:buClr>
                <a:srgbClr val="000000"/>
              </a:buClr>
              <a:buSzPct val="45000"/>
              <a:buFont typeface="Wingdings" charset="2"/>
              <a:buChar char=""/>
            </a:pPr>
            <a:r>
              <a:rPr b="0" lang="en-GB" sz="2600" spc="-1" strike="noStrike">
                <a:solidFill>
                  <a:srgbClr val="000000"/>
                </a:solidFill>
                <a:latin typeface="Arial"/>
                <a:ea typeface="DejaVu Sans"/>
              </a:rPr>
              <a:t>An executable runtime having the ability to remember changes in system variables differentiating in time can be tailored to perform complex tasks. Coupled to a feedback mechanism, it will discover the operational equilibrium of any system it is tasked within.</a:t>
            </a:r>
            <a:endParaRPr b="0" lang="en-GB" sz="2600" spc="-1" strike="noStrike">
              <a:latin typeface="Arial"/>
            </a:endParaRPr>
          </a:p>
          <a:p>
            <a:pPr lvl="2" marL="648000" indent="-216000">
              <a:lnSpc>
                <a:spcPct val="100000"/>
              </a:lnSpc>
              <a:spcBef>
                <a:spcPts val="1400"/>
              </a:spcBef>
              <a:spcAft>
                <a:spcPts val="1001"/>
              </a:spcAft>
              <a:buClr>
                <a:srgbClr val="000000"/>
              </a:buClr>
              <a:buSzPct val="45000"/>
              <a:buFont typeface="Wingdings" charset="2"/>
              <a:buChar char=""/>
            </a:pPr>
            <a:r>
              <a:rPr b="0" lang="en-GB" sz="2600" spc="-1" strike="noStrike">
                <a:solidFill>
                  <a:srgbClr val="000000"/>
                </a:solidFill>
                <a:latin typeface="Arial"/>
                <a:ea typeface="DejaVu Sans"/>
              </a:rPr>
              <a:t>If a program can reliably analyze patterns of time-series events over a window of data by paying attention to the causal patterns that are chosen for it to observe and with access to requisite remedies, it will apply its analysis of the best performance metric to the system it is tasked within.</a:t>
            </a:r>
            <a:endParaRPr b="0" lang="en-GB" sz="2600" spc="-1" strike="noStrike">
              <a:latin typeface="Arial"/>
            </a:endParaRPr>
          </a:p>
          <a:p>
            <a:pPr lvl="2" marL="648000" indent="-216000">
              <a:lnSpc>
                <a:spcPct val="100000"/>
              </a:lnSpc>
              <a:spcBef>
                <a:spcPts val="1400"/>
              </a:spcBef>
              <a:spcAft>
                <a:spcPts val="1001"/>
              </a:spcAft>
              <a:buClr>
                <a:srgbClr val="000000"/>
              </a:buClr>
              <a:buSzPct val="45000"/>
              <a:buFont typeface="Wingdings" charset="2"/>
              <a:buChar char=""/>
            </a:pPr>
            <a:r>
              <a:rPr b="0" lang="en-GB" sz="2600" spc="-1" strike="noStrike">
                <a:solidFill>
                  <a:srgbClr val="000000"/>
                </a:solidFill>
                <a:latin typeface="Arial"/>
                <a:ea typeface="DejaVu Sans"/>
              </a:rPr>
              <a:t>If a modal is trained to understand the relationship between causal events over a length of temporal data and the consequences of actions taken by the program, it can supervise it by tuning its neural network toward achieving systematic equilibrium.</a:t>
            </a:r>
            <a:endParaRPr b="0" lang="en-GB" sz="2600" spc="-1" strike="noStrike">
              <a:latin typeface="Arial"/>
            </a:endParaRPr>
          </a:p>
          <a:p>
            <a:pPr lvl="2" marL="648000" indent="-216000">
              <a:lnSpc>
                <a:spcPct val="100000"/>
              </a:lnSpc>
              <a:spcBef>
                <a:spcPts val="1400"/>
              </a:spcBef>
              <a:spcAft>
                <a:spcPts val="1001"/>
              </a:spcAft>
              <a:buClr>
                <a:srgbClr val="000000"/>
              </a:buClr>
              <a:buSzPct val="45000"/>
              <a:buFont typeface="Wingdings" charset="2"/>
              <a:buChar char=""/>
            </a:pPr>
            <a:r>
              <a:rPr b="0" lang="en-GB" sz="2600" spc="-1" strike="noStrike">
                <a:solidFill>
                  <a:srgbClr val="000000"/>
                </a:solidFill>
                <a:latin typeface="Arial"/>
                <a:ea typeface="DejaVu Sans"/>
              </a:rPr>
              <a:t>A focus on metrics and balanced behaviour in the cluster by applying an attention-focused machine-learning program that generates code and publishes (Helm charts) to OpenShift</a:t>
            </a:r>
            <a:r>
              <a:rPr b="0" lang="en-GB" sz="2600" spc="-1" strike="noStrike">
                <a:solidFill>
                  <a:srgbClr val="000000"/>
                </a:solidFill>
                <a:latin typeface="Times New Roman"/>
                <a:ea typeface="DejaVu Sans"/>
              </a:rPr>
              <a:t>.</a:t>
            </a:r>
            <a:endParaRPr b="0" lang="en-GB" sz="2600" spc="-1" strike="noStrike">
              <a:latin typeface="Arial"/>
            </a:endParaRPr>
          </a:p>
          <a:p>
            <a:pPr marL="316800" indent="-316440">
              <a:lnSpc>
                <a:spcPct val="90000"/>
              </a:lnSpc>
              <a:spcBef>
                <a:spcPts val="1199"/>
              </a:spcBef>
              <a:buClr>
                <a:srgbClr val="00689a"/>
              </a:buClr>
              <a:buSzPct val="80000"/>
              <a:buFont typeface="Verdana"/>
              <a:buChar char="›"/>
            </a:pPr>
            <a:r>
              <a:rPr b="0" lang="en-GB" sz="3600" spc="-1" strike="noStrike">
                <a:solidFill>
                  <a:srgbClr val="000000"/>
                </a:solidFill>
                <a:latin typeface="Arial"/>
                <a:ea typeface="DejaVu Sans"/>
              </a:rPr>
              <a:t>Relevant points and features</a:t>
            </a:r>
            <a:endParaRPr b="0" lang="en-GB" sz="3600" spc="-1" strike="noStrike">
              <a:latin typeface="Arial"/>
            </a:endParaRPr>
          </a:p>
          <a:p>
            <a:pPr lvl="1" marL="774000" indent="-316440">
              <a:lnSpc>
                <a:spcPct val="90000"/>
              </a:lnSpc>
              <a:spcBef>
                <a:spcPts val="1199"/>
              </a:spcBef>
              <a:buClr>
                <a:srgbClr val="00689a"/>
              </a:buClr>
              <a:buSzPct val="80000"/>
              <a:buFont typeface="Verdana"/>
              <a:buChar char="›"/>
            </a:pPr>
            <a:r>
              <a:rPr b="0" lang="en-GB" sz="2800" spc="-1" strike="noStrike">
                <a:solidFill>
                  <a:srgbClr val="000000"/>
                </a:solidFill>
                <a:latin typeface="Arial"/>
                <a:ea typeface="DejaVu Sans"/>
              </a:rPr>
              <a:t>What are the metrics the team is most concerned about keeping in check?</a:t>
            </a:r>
            <a:endParaRPr b="0" lang="en-GB" sz="2800" spc="-1" strike="noStrike">
              <a:latin typeface="Arial"/>
            </a:endParaRPr>
          </a:p>
          <a:p>
            <a:pPr lvl="1" marL="774000" indent="-316440">
              <a:lnSpc>
                <a:spcPct val="90000"/>
              </a:lnSpc>
              <a:spcBef>
                <a:spcPts val="1199"/>
              </a:spcBef>
              <a:buClr>
                <a:srgbClr val="00689a"/>
              </a:buClr>
              <a:buSzPct val="80000"/>
              <a:buFont typeface="Verdana"/>
              <a:buChar char="›"/>
            </a:pPr>
            <a:r>
              <a:rPr b="0" lang="en-GB" sz="2800" spc="-1" strike="noStrike">
                <a:solidFill>
                  <a:srgbClr val="000000"/>
                </a:solidFill>
                <a:latin typeface="Arial"/>
                <a:ea typeface="DejaVu Sans"/>
              </a:rPr>
              <a:t>Can we state we know what is the ideal metric for a given resource?</a:t>
            </a:r>
            <a:endParaRPr b="0" lang="en-GB" sz="2800" spc="-1" strike="noStrike">
              <a:latin typeface="Arial"/>
            </a:endParaRPr>
          </a:p>
          <a:p>
            <a:pPr lvl="1" marL="774000" indent="-316440">
              <a:lnSpc>
                <a:spcPct val="90000"/>
              </a:lnSpc>
              <a:spcBef>
                <a:spcPts val="1199"/>
              </a:spcBef>
              <a:buClr>
                <a:srgbClr val="00689a"/>
              </a:buClr>
              <a:buSzPct val="80000"/>
              <a:buFont typeface="Verdana"/>
              <a:buChar char="›"/>
            </a:pPr>
            <a:r>
              <a:rPr b="0" lang="en-GB" sz="2800" spc="-1" strike="noStrike">
                <a:solidFill>
                  <a:srgbClr val="000000"/>
                </a:solidFill>
                <a:latin typeface="Arial"/>
                <a:ea typeface="DejaVu Sans"/>
              </a:rPr>
              <a:t>Can we accept a solution that is arrived-at by computation?</a:t>
            </a:r>
            <a:endParaRPr b="0" lang="en-GB" sz="2800" spc="-1" strike="noStrike">
              <a:latin typeface="Arial"/>
            </a:endParaRPr>
          </a:p>
          <a:p>
            <a:pPr lvl="1" marL="774000" indent="-316440">
              <a:lnSpc>
                <a:spcPct val="90000"/>
              </a:lnSpc>
              <a:spcBef>
                <a:spcPts val="1199"/>
              </a:spcBef>
              <a:buClr>
                <a:srgbClr val="00689a"/>
              </a:buClr>
              <a:buSzPct val="80000"/>
              <a:buFont typeface="Verdana"/>
              <a:buChar char="›"/>
            </a:pPr>
            <a:r>
              <a:rPr b="0" lang="en-GB" sz="2800" spc="-1" strike="noStrike">
                <a:solidFill>
                  <a:srgbClr val="000000"/>
                </a:solidFill>
                <a:latin typeface="Arial"/>
                <a:ea typeface="DejaVu Sans"/>
              </a:rPr>
              <a:t>Training is performed as a build step.</a:t>
            </a:r>
            <a:endParaRPr b="0" lang="en-GB" sz="2800" spc="-1" strike="noStrike">
              <a:latin typeface="Arial"/>
            </a:endParaRPr>
          </a:p>
          <a:p>
            <a:pPr lvl="1" marL="774000" indent="-316440">
              <a:lnSpc>
                <a:spcPct val="90000"/>
              </a:lnSpc>
              <a:spcBef>
                <a:spcPts val="1199"/>
              </a:spcBef>
              <a:buClr>
                <a:srgbClr val="00689a"/>
              </a:buClr>
              <a:buSzPct val="80000"/>
              <a:buFont typeface="Verdana"/>
              <a:buChar char="›"/>
            </a:pPr>
            <a:r>
              <a:rPr b="0" lang="en-GB" sz="2800" spc="-1" strike="noStrike">
                <a:solidFill>
                  <a:srgbClr val="000000"/>
                </a:solidFill>
                <a:latin typeface="Arial"/>
                <a:ea typeface="DejaVu Sans"/>
              </a:rPr>
              <a:t>Output charts can be tested before they are deployed.</a:t>
            </a:r>
            <a:endParaRPr b="0" lang="en-GB" sz="2800" spc="-1" strike="noStrike">
              <a:latin typeface="Arial"/>
            </a:endParaRPr>
          </a:p>
          <a:p>
            <a:pPr lvl="1" marL="774000" indent="-316440">
              <a:lnSpc>
                <a:spcPct val="90000"/>
              </a:lnSpc>
              <a:spcBef>
                <a:spcPts val="1199"/>
              </a:spcBef>
              <a:buClr>
                <a:srgbClr val="00689a"/>
              </a:buClr>
              <a:buSzPct val="80000"/>
              <a:buFont typeface="Verdana"/>
              <a:buChar char="›"/>
            </a:pPr>
            <a:r>
              <a:rPr b="0" lang="en-GB" sz="2800" spc="-1" strike="noStrike">
                <a:solidFill>
                  <a:srgbClr val="000000"/>
                </a:solidFill>
                <a:latin typeface="Arial"/>
                <a:ea typeface="DejaVu Sans"/>
              </a:rPr>
              <a:t>Output charts can be interrupted (reviewed) as a part of the testing (confidence-building) step.</a:t>
            </a:r>
            <a:endParaRPr b="0" lang="en-GB" sz="2800" spc="-1" strike="noStrike">
              <a:latin typeface="Arial"/>
            </a:endParaRPr>
          </a:p>
          <a:p>
            <a:pPr lvl="1" marL="774000" indent="-316440">
              <a:lnSpc>
                <a:spcPct val="90000"/>
              </a:lnSpc>
              <a:spcBef>
                <a:spcPts val="1199"/>
              </a:spcBef>
              <a:buClr>
                <a:srgbClr val="00689a"/>
              </a:buClr>
              <a:buSzPct val="80000"/>
              <a:buFont typeface="Verdana"/>
              <a:buChar char="›"/>
            </a:pPr>
            <a:r>
              <a:rPr b="0" lang="en-GB" sz="2800" spc="-1" strike="noStrike">
                <a:solidFill>
                  <a:srgbClr val="000000"/>
                </a:solidFill>
                <a:latin typeface="Arial"/>
                <a:ea typeface="DejaVu Sans"/>
              </a:rPr>
              <a:t>Error/failure handling: If the agent experiences errors that it cannot solve, an option is to call a human reviewer, as notifications, generally, are undesirable.</a:t>
            </a:r>
            <a:endParaRPr b="0" lang="en-GB" sz="2800" spc="-1" strike="noStrike">
              <a:latin typeface="Arial"/>
            </a:endParaRPr>
          </a:p>
        </p:txBody>
      </p:sp>
      <p:sp>
        <p:nvSpPr>
          <p:cNvPr id="106" name="TextShape 2"/>
          <p:cNvSpPr/>
          <p:nvPr/>
        </p:nvSpPr>
        <p:spPr>
          <a:xfrm>
            <a:off x="635040" y="1052640"/>
            <a:ext cx="10919880" cy="944280"/>
          </a:xfrm>
          <a:prstGeom prst="rect">
            <a:avLst/>
          </a:prstGeom>
          <a:noFill/>
          <a:ln w="0">
            <a:noFill/>
          </a:ln>
        </p:spPr>
        <p:style>
          <a:lnRef idx="0"/>
          <a:fillRef idx="0"/>
          <a:effectRef idx="0"/>
          <a:fontRef idx="minor"/>
        </p:style>
        <p:txBody>
          <a:bodyPr lIns="90000" rIns="90000" tIns="45000" bIns="45000" anchor="b">
            <a:noAutofit/>
          </a:bodyPr>
          <a:p>
            <a:pPr>
              <a:lnSpc>
                <a:spcPct val="90000"/>
              </a:lnSpc>
              <a:buNone/>
            </a:pPr>
            <a:r>
              <a:rPr b="0" lang="en-GB" sz="2000" spc="-1" strike="noStrike">
                <a:solidFill>
                  <a:srgbClr val="00689a"/>
                </a:solidFill>
                <a:latin typeface="Verdana"/>
                <a:ea typeface="DejaVu Sans"/>
              </a:rPr>
              <a:t>A new vision: Epic CD-3324</a:t>
            </a:r>
            <a:endParaRPr b="0" lang="en-GB" sz="2000" spc="-1" strike="noStrike">
              <a:latin typeface="Arial"/>
            </a:endParaRPr>
          </a:p>
        </p:txBody>
      </p:sp>
      <p:sp>
        <p:nvSpPr>
          <p:cNvPr id="107" name="TextShape 3"/>
          <p:cNvSpPr/>
          <p:nvPr/>
        </p:nvSpPr>
        <p:spPr>
          <a:xfrm>
            <a:off x="6553080" y="6221520"/>
            <a:ext cx="5001840" cy="318600"/>
          </a:xfrm>
          <a:prstGeom prst="rect">
            <a:avLst/>
          </a:prstGeom>
          <a:noFill/>
          <a:ln w="0">
            <a:noFill/>
          </a:ln>
        </p:spPr>
        <p:style>
          <a:lnRef idx="0"/>
          <a:fillRef idx="0"/>
          <a:effectRef idx="0"/>
          <a:fontRef idx="minor"/>
        </p:style>
        <p:txBody>
          <a:bodyPr lIns="90000" rIns="0" tIns="45000" bIns="45000" anchor="b">
            <a:noAutofit/>
          </a:bodyPr>
          <a:p>
            <a:pPr algn="r">
              <a:lnSpc>
                <a:spcPct val="100000"/>
              </a:lnSpc>
              <a:buNone/>
            </a:pPr>
            <a:fld id="{13BEA54D-B57A-4B22-9071-1E3693025052}" type="slidenum">
              <a:rPr b="0" lang="en-GB" sz="1050" spc="-1" strike="noStrike">
                <a:solidFill>
                  <a:srgbClr val="a6a6a6"/>
                </a:solidFill>
                <a:latin typeface="Verdana"/>
                <a:ea typeface="DejaVu Sans"/>
              </a:rPr>
              <a:t>&lt;number&gt;</a:t>
            </a:fld>
            <a:endParaRPr b="0" lang="en-GB" sz="105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Shape 1"/>
          <p:cNvSpPr/>
          <p:nvPr/>
        </p:nvSpPr>
        <p:spPr>
          <a:xfrm>
            <a:off x="635040" y="2144880"/>
            <a:ext cx="10919880" cy="3928320"/>
          </a:xfrm>
          <a:prstGeom prst="rect">
            <a:avLst/>
          </a:prstGeom>
          <a:noFill/>
          <a:ln w="0">
            <a:noFill/>
          </a:ln>
        </p:spPr>
        <p:style>
          <a:lnRef idx="0"/>
          <a:fillRef idx="0"/>
          <a:effectRef idx="0"/>
          <a:fontRef idx="minor"/>
        </p:style>
        <p:txBody>
          <a:bodyPr lIns="90000" rIns="90000" tIns="45000" bIns="45000" anchor="t">
            <a:normAutofit/>
          </a:bodyPr>
          <a:p>
            <a:pPr marL="316800" indent="-316440">
              <a:lnSpc>
                <a:spcPct val="90000"/>
              </a:lnSpc>
              <a:spcBef>
                <a:spcPts val="1199"/>
              </a:spcBef>
              <a:buClr>
                <a:srgbClr val="00689a"/>
              </a:buClr>
              <a:buSzPct val="80000"/>
              <a:buFont typeface="Verdana"/>
              <a:buChar char="›"/>
            </a:pPr>
            <a:r>
              <a:rPr b="0" lang="en-GB" sz="2200" spc="-1" strike="noStrike">
                <a:solidFill>
                  <a:srgbClr val="000000"/>
                </a:solidFill>
                <a:latin typeface="Arial"/>
                <a:ea typeface="DejaVu Sans"/>
              </a:rPr>
              <a:t>Too often these methods are not done well</a:t>
            </a:r>
            <a:endParaRPr b="0" lang="en-GB" sz="22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One design to suit many kinds of purposes</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Division in machine-learning elements: Separation is key</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Follow where the predictive mathematical solutions lead</a:t>
            </a:r>
            <a:endParaRPr b="0" lang="en-GB" sz="1600" spc="-1" strike="noStrike">
              <a:latin typeface="Arial"/>
            </a:endParaRPr>
          </a:p>
          <a:p>
            <a:pPr marL="316800" indent="-316440">
              <a:lnSpc>
                <a:spcPct val="90000"/>
              </a:lnSpc>
              <a:spcBef>
                <a:spcPts val="1199"/>
              </a:spcBef>
              <a:buClr>
                <a:srgbClr val="00689a"/>
              </a:buClr>
              <a:buSzPct val="80000"/>
              <a:buFont typeface="Verdana"/>
              <a:buChar char="›"/>
            </a:pPr>
            <a:r>
              <a:rPr b="0" lang="en-GB" sz="2200" spc="-1" strike="noStrike">
                <a:solidFill>
                  <a:srgbClr val="000000"/>
                </a:solidFill>
                <a:latin typeface="Arial"/>
                <a:ea typeface="DejaVu Sans"/>
              </a:rPr>
              <a:t>Collaborate</a:t>
            </a:r>
            <a:endParaRPr b="0" lang="en-GB" sz="22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Don’t get intimidated by the complexity – an unavoidable feature</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Establish fitness and create trust</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Keep supervision tasks until (the feeling is) it is ready</a:t>
            </a:r>
            <a:endParaRPr b="0" lang="en-GB" sz="1600" spc="-1" strike="noStrike">
              <a:latin typeface="Arial"/>
            </a:endParaRPr>
          </a:p>
          <a:p>
            <a:pPr lvl="1" marL="774000" indent="-316440">
              <a:lnSpc>
                <a:spcPct val="90000"/>
              </a:lnSpc>
              <a:spcBef>
                <a:spcPts val="1199"/>
              </a:spcBef>
              <a:buClr>
                <a:srgbClr val="00689a"/>
              </a:buClr>
              <a:buSzPct val="80000"/>
              <a:buFont typeface="Verdana"/>
              <a:buChar char="›"/>
            </a:pPr>
            <a:r>
              <a:rPr b="0" lang="en-GB" sz="1600" spc="-1" strike="noStrike">
                <a:solidFill>
                  <a:srgbClr val="000000"/>
                </a:solidFill>
                <a:latin typeface="Arial"/>
                <a:ea typeface="DejaVu Sans"/>
              </a:rPr>
              <a:t>Remember: Despite the flowery language...it is (piecewise) linear algebra...well...except for curved solutions...</a:t>
            </a:r>
            <a:r>
              <a:rPr b="0" lang="en-GB" sz="1900" spc="-1" strike="noStrike">
                <a:solidFill>
                  <a:srgbClr val="000000"/>
                </a:solidFill>
                <a:latin typeface="Arial"/>
                <a:ea typeface="DejaVu Sans"/>
              </a:rPr>
              <a:t> </a:t>
            </a:r>
            <a:endParaRPr b="0" lang="en-GB" sz="1900" spc="-1" strike="noStrike">
              <a:latin typeface="Arial"/>
            </a:endParaRPr>
          </a:p>
          <a:p>
            <a:pPr>
              <a:lnSpc>
                <a:spcPct val="90000"/>
              </a:lnSpc>
              <a:spcBef>
                <a:spcPts val="1199"/>
              </a:spcBef>
              <a:buNone/>
            </a:pPr>
            <a:endParaRPr b="0" lang="en-GB" sz="1900" spc="-1" strike="noStrike">
              <a:latin typeface="Arial"/>
            </a:endParaRPr>
          </a:p>
        </p:txBody>
      </p:sp>
      <p:sp>
        <p:nvSpPr>
          <p:cNvPr id="109" name="TextShape 2"/>
          <p:cNvSpPr/>
          <p:nvPr/>
        </p:nvSpPr>
        <p:spPr>
          <a:xfrm>
            <a:off x="635040" y="1052640"/>
            <a:ext cx="10919880" cy="944280"/>
          </a:xfrm>
          <a:prstGeom prst="rect">
            <a:avLst/>
          </a:prstGeom>
          <a:noFill/>
          <a:ln w="0">
            <a:noFill/>
          </a:ln>
        </p:spPr>
        <p:style>
          <a:lnRef idx="0"/>
          <a:fillRef idx="0"/>
          <a:effectRef idx="0"/>
          <a:fontRef idx="minor"/>
        </p:style>
        <p:txBody>
          <a:bodyPr lIns="90000" rIns="90000" tIns="45000" bIns="45000" anchor="b">
            <a:noAutofit/>
          </a:bodyPr>
          <a:p>
            <a:pPr>
              <a:lnSpc>
                <a:spcPct val="90000"/>
              </a:lnSpc>
              <a:buNone/>
            </a:pPr>
            <a:r>
              <a:rPr b="0" lang="en-GB" sz="2000" spc="-1" strike="noStrike">
                <a:solidFill>
                  <a:srgbClr val="00689a"/>
                </a:solidFill>
                <a:latin typeface="Verdana"/>
                <a:ea typeface="DejaVu Sans"/>
              </a:rPr>
              <a:t>Pitfall! A crisis of reproducibility</a:t>
            </a:r>
            <a:endParaRPr b="0" lang="en-GB" sz="2000" spc="-1" strike="noStrike">
              <a:latin typeface="Arial"/>
            </a:endParaRPr>
          </a:p>
        </p:txBody>
      </p:sp>
      <p:sp>
        <p:nvSpPr>
          <p:cNvPr id="110" name="TextShape 3"/>
          <p:cNvSpPr/>
          <p:nvPr/>
        </p:nvSpPr>
        <p:spPr>
          <a:xfrm>
            <a:off x="6553080" y="6221520"/>
            <a:ext cx="5001840" cy="318600"/>
          </a:xfrm>
          <a:prstGeom prst="rect">
            <a:avLst/>
          </a:prstGeom>
          <a:noFill/>
          <a:ln w="0">
            <a:noFill/>
          </a:ln>
        </p:spPr>
        <p:style>
          <a:lnRef idx="0"/>
          <a:fillRef idx="0"/>
          <a:effectRef idx="0"/>
          <a:fontRef idx="minor"/>
        </p:style>
        <p:txBody>
          <a:bodyPr lIns="90000" rIns="0" tIns="45000" bIns="45000" anchor="b">
            <a:noAutofit/>
          </a:bodyPr>
          <a:p>
            <a:pPr algn="r">
              <a:lnSpc>
                <a:spcPct val="100000"/>
              </a:lnSpc>
              <a:buNone/>
            </a:pPr>
            <a:fld id="{AAE17FAE-E79A-4E53-B23A-A112DEBD99C4}" type="slidenum">
              <a:rPr b="0" lang="en-GB" sz="1050" spc="-1" strike="noStrike">
                <a:solidFill>
                  <a:srgbClr val="a6a6a6"/>
                </a:solidFill>
                <a:latin typeface="Verdana"/>
                <a:ea typeface="DejaVu Sans"/>
              </a:rPr>
              <a:t>&lt;number&gt;</a:t>
            </a:fld>
            <a:endParaRPr b="0" lang="en-GB" sz="105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Shape 10"/>
          <p:cNvSpPr/>
          <p:nvPr/>
        </p:nvSpPr>
        <p:spPr>
          <a:xfrm>
            <a:off x="635040" y="2144880"/>
            <a:ext cx="10919880" cy="3928320"/>
          </a:xfrm>
          <a:prstGeom prst="rect">
            <a:avLst/>
          </a:prstGeom>
          <a:noFill/>
          <a:ln w="0">
            <a:noFill/>
          </a:ln>
        </p:spPr>
        <p:style>
          <a:lnRef idx="0"/>
          <a:fillRef idx="0"/>
          <a:effectRef idx="0"/>
          <a:fontRef idx="minor"/>
        </p:style>
      </p:sp>
      <p:sp>
        <p:nvSpPr>
          <p:cNvPr id="112" name="TextShape 13"/>
          <p:cNvSpPr/>
          <p:nvPr/>
        </p:nvSpPr>
        <p:spPr>
          <a:xfrm>
            <a:off x="379800" y="216000"/>
            <a:ext cx="2390400" cy="425880"/>
          </a:xfrm>
          <a:prstGeom prst="rect">
            <a:avLst/>
          </a:prstGeom>
          <a:noFill/>
          <a:ln w="0">
            <a:noFill/>
          </a:ln>
        </p:spPr>
        <p:style>
          <a:lnRef idx="0"/>
          <a:fillRef idx="0"/>
          <a:effectRef idx="0"/>
          <a:fontRef idx="minor"/>
        </p:style>
        <p:txBody>
          <a:bodyPr lIns="90000" rIns="90000" tIns="45000" bIns="45000" anchor="b">
            <a:noAutofit/>
          </a:bodyPr>
          <a:p>
            <a:pPr>
              <a:lnSpc>
                <a:spcPct val="90000"/>
              </a:lnSpc>
              <a:buNone/>
            </a:pPr>
            <a:r>
              <a:rPr b="0" lang="en-GB" sz="2000" spc="-1" strike="noStrike">
                <a:solidFill>
                  <a:srgbClr val="00689a"/>
                </a:solidFill>
                <a:latin typeface="Verdana"/>
                <a:ea typeface="DejaVu Sans"/>
              </a:rPr>
              <a:t>Design proposal</a:t>
            </a:r>
            <a:endParaRPr b="0" lang="en-GB" sz="2000" spc="-1" strike="noStrike">
              <a:latin typeface="Arial"/>
            </a:endParaRPr>
          </a:p>
        </p:txBody>
      </p:sp>
      <p:sp>
        <p:nvSpPr>
          <p:cNvPr id="113" name="TextShape 14"/>
          <p:cNvSpPr/>
          <p:nvPr/>
        </p:nvSpPr>
        <p:spPr>
          <a:xfrm>
            <a:off x="6553080" y="6221520"/>
            <a:ext cx="5001840" cy="318600"/>
          </a:xfrm>
          <a:prstGeom prst="rect">
            <a:avLst/>
          </a:prstGeom>
          <a:noFill/>
          <a:ln w="0">
            <a:noFill/>
          </a:ln>
        </p:spPr>
        <p:style>
          <a:lnRef idx="0"/>
          <a:fillRef idx="0"/>
          <a:effectRef idx="0"/>
          <a:fontRef idx="minor"/>
        </p:style>
        <p:txBody>
          <a:bodyPr lIns="90000" rIns="0" tIns="45000" bIns="45000" anchor="b">
            <a:noAutofit/>
          </a:bodyPr>
          <a:p>
            <a:pPr algn="r">
              <a:lnSpc>
                <a:spcPct val="100000"/>
              </a:lnSpc>
              <a:buNone/>
            </a:pPr>
            <a:fld id="{D58499F0-0DA9-4705-A4C1-FE2BB827A80D}" type="slidenum">
              <a:rPr b="0" lang="en-GB" sz="1050" spc="-1" strike="noStrike">
                <a:solidFill>
                  <a:srgbClr val="a6a6a6"/>
                </a:solidFill>
                <a:latin typeface="Verdana"/>
                <a:ea typeface="DejaVu Sans"/>
              </a:rPr>
              <a:t>&lt;number&gt;</a:t>
            </a:fld>
            <a:endParaRPr b="0" lang="en-GB" sz="1050" spc="-1" strike="noStrike">
              <a:latin typeface="Arial"/>
            </a:endParaRPr>
          </a:p>
        </p:txBody>
      </p:sp>
      <p:pic>
        <p:nvPicPr>
          <p:cNvPr id="114" name="" descr=""/>
          <p:cNvPicPr/>
          <p:nvPr/>
        </p:nvPicPr>
        <p:blipFill>
          <a:blip r:embed="rId1"/>
          <a:stretch/>
        </p:blipFill>
        <p:spPr>
          <a:xfrm>
            <a:off x="22320" y="692280"/>
            <a:ext cx="12169800" cy="60066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TextShape 1"/>
          <p:cNvSpPr/>
          <p:nvPr/>
        </p:nvSpPr>
        <p:spPr>
          <a:xfrm>
            <a:off x="635040" y="1882080"/>
            <a:ext cx="10919880" cy="3084120"/>
          </a:xfrm>
          <a:prstGeom prst="rect">
            <a:avLst/>
          </a:prstGeom>
          <a:noFill/>
          <a:ln w="0">
            <a:noFill/>
          </a:ln>
        </p:spPr>
        <p:style>
          <a:lnRef idx="0"/>
          <a:fillRef idx="0"/>
          <a:effectRef idx="0"/>
          <a:fontRef idx="minor"/>
        </p:style>
        <p:txBody>
          <a:bodyPr lIns="90000" rIns="90000" tIns="45000" bIns="45000" anchor="t">
            <a:normAutofit/>
          </a:bodyPr>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Is AI trustworthy?</a:t>
            </a:r>
            <a:endParaRPr b="0" lang="en-GB" sz="2400" spc="-1" strike="noStrike">
              <a:latin typeface="Arial"/>
            </a:endParaRPr>
          </a:p>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Can this idea be replicated to perform other kinds of tasks?</a:t>
            </a:r>
            <a:endParaRPr b="0" lang="en-GB" sz="2400" spc="-1" strike="noStrike">
              <a:latin typeface="Arial"/>
            </a:endParaRPr>
          </a:p>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A containerized deployment of an application?</a:t>
            </a:r>
            <a:endParaRPr b="0" lang="en-GB" sz="2400" spc="-1" strike="noStrike">
              <a:latin typeface="Arial"/>
            </a:endParaRPr>
          </a:p>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When is the moment we “let go” and set the algorithm free?</a:t>
            </a:r>
            <a:endParaRPr b="0" lang="en-GB" sz="2400" spc="-1" strike="noStrike">
              <a:latin typeface="Arial"/>
            </a:endParaRPr>
          </a:p>
          <a:p>
            <a:pPr marL="316800" indent="-316440">
              <a:lnSpc>
                <a:spcPct val="90000"/>
              </a:lnSpc>
              <a:spcBef>
                <a:spcPts val="1199"/>
              </a:spcBef>
              <a:buClr>
                <a:srgbClr val="00689a"/>
              </a:buClr>
              <a:buSzPct val="80000"/>
              <a:buFont typeface="Verdana"/>
              <a:buChar char="›"/>
            </a:pPr>
            <a:r>
              <a:rPr b="0" lang="en-GB" sz="2400" spc="-1" strike="noStrike">
                <a:solidFill>
                  <a:srgbClr val="000000"/>
                </a:solidFill>
                <a:latin typeface="Verdana"/>
                <a:ea typeface="DejaVu Sans"/>
              </a:rPr>
              <a:t>Other points?</a:t>
            </a:r>
            <a:endParaRPr b="0" lang="en-GB" sz="2400" spc="-1" strike="noStrike">
              <a:latin typeface="Arial"/>
            </a:endParaRPr>
          </a:p>
        </p:txBody>
      </p:sp>
      <p:sp>
        <p:nvSpPr>
          <p:cNvPr id="116" name="TextShape 2"/>
          <p:cNvSpPr/>
          <p:nvPr/>
        </p:nvSpPr>
        <p:spPr>
          <a:xfrm>
            <a:off x="635040" y="1213920"/>
            <a:ext cx="10919880" cy="398520"/>
          </a:xfrm>
          <a:prstGeom prst="rect">
            <a:avLst/>
          </a:prstGeom>
          <a:noFill/>
          <a:ln w="0">
            <a:noFill/>
          </a:ln>
        </p:spPr>
        <p:style>
          <a:lnRef idx="0"/>
          <a:fillRef idx="0"/>
          <a:effectRef idx="0"/>
          <a:fontRef idx="minor"/>
        </p:style>
        <p:txBody>
          <a:bodyPr lIns="90000" rIns="90000" tIns="45000" bIns="45000" anchor="b">
            <a:noAutofit/>
          </a:bodyPr>
          <a:p>
            <a:pPr>
              <a:lnSpc>
                <a:spcPct val="90000"/>
              </a:lnSpc>
              <a:buNone/>
            </a:pPr>
            <a:r>
              <a:rPr b="0" lang="en-GB" sz="2000" spc="-1" strike="noStrike">
                <a:solidFill>
                  <a:srgbClr val="00689a"/>
                </a:solidFill>
                <a:latin typeface="Verdana"/>
                <a:ea typeface="DejaVu Sans"/>
              </a:rPr>
              <a:t>Discussion points</a:t>
            </a:r>
            <a:endParaRPr b="0" lang="en-GB" sz="2000" spc="-1" strike="noStrike">
              <a:latin typeface="Arial"/>
            </a:endParaRPr>
          </a:p>
        </p:txBody>
      </p:sp>
      <p:sp>
        <p:nvSpPr>
          <p:cNvPr id="117" name="TextShape 3"/>
          <p:cNvSpPr/>
          <p:nvPr/>
        </p:nvSpPr>
        <p:spPr>
          <a:xfrm>
            <a:off x="6553080" y="6221520"/>
            <a:ext cx="5001840" cy="318600"/>
          </a:xfrm>
          <a:prstGeom prst="rect">
            <a:avLst/>
          </a:prstGeom>
          <a:noFill/>
          <a:ln w="0">
            <a:noFill/>
          </a:ln>
        </p:spPr>
        <p:style>
          <a:lnRef idx="0"/>
          <a:fillRef idx="0"/>
          <a:effectRef idx="0"/>
          <a:fontRef idx="minor"/>
        </p:style>
        <p:txBody>
          <a:bodyPr lIns="90000" rIns="0" tIns="45000" bIns="45000" anchor="b">
            <a:noAutofit/>
          </a:bodyPr>
          <a:p>
            <a:pPr algn="r">
              <a:lnSpc>
                <a:spcPct val="100000"/>
              </a:lnSpc>
              <a:buNone/>
            </a:pPr>
            <a:fld id="{5DCF4BE5-0428-4661-ABF3-7D767CBECC89}" type="slidenum">
              <a:rPr b="0" lang="en-GB" sz="1050" spc="-1" strike="noStrike">
                <a:solidFill>
                  <a:srgbClr val="a6a6a6"/>
                </a:solidFill>
                <a:latin typeface="Verdana"/>
                <a:ea typeface="DejaVu Sans"/>
              </a:rPr>
              <a:t>&lt;number&gt;</a:t>
            </a:fld>
            <a:endParaRPr b="0" lang="en-GB" sz="10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689a"/>
      </a:dk2>
      <a:lt2>
        <a:srgbClr val="e4eff9"/>
      </a:lt2>
      <a:accent1>
        <a:srgbClr val="f092cd"/>
      </a:accent1>
      <a:accent2>
        <a:srgbClr val="f9e11e"/>
      </a:accent2>
      <a:accent3>
        <a:srgbClr val="ffb612"/>
      </a:accent3>
      <a:accent4>
        <a:srgbClr val="017bc6"/>
      </a:accent4>
      <a:accent5>
        <a:srgbClr val="75d1b5"/>
      </a:accent5>
      <a:accent6>
        <a:srgbClr val="e17000"/>
      </a:accent6>
      <a:hlink>
        <a:srgbClr val="00689a"/>
      </a:hlink>
      <a:folHlink>
        <a:srgbClr val="ccdf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689a"/>
      </a:dk2>
      <a:lt2>
        <a:srgbClr val="e4eff9"/>
      </a:lt2>
      <a:accent1>
        <a:srgbClr val="f092cd"/>
      </a:accent1>
      <a:accent2>
        <a:srgbClr val="f9e11e"/>
      </a:accent2>
      <a:accent3>
        <a:srgbClr val="ffb612"/>
      </a:accent3>
      <a:accent4>
        <a:srgbClr val="017bc6"/>
      </a:accent4>
      <a:accent5>
        <a:srgbClr val="75d1b5"/>
      </a:accent5>
      <a:accent6>
        <a:srgbClr val="e17000"/>
      </a:accent6>
      <a:hlink>
        <a:srgbClr val="00689a"/>
      </a:hlink>
      <a:folHlink>
        <a:srgbClr val="ccdf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689a"/>
      </a:dk2>
      <a:lt2>
        <a:srgbClr val="e4eff9"/>
      </a:lt2>
      <a:accent1>
        <a:srgbClr val="f092cd"/>
      </a:accent1>
      <a:accent2>
        <a:srgbClr val="f9e11e"/>
      </a:accent2>
      <a:accent3>
        <a:srgbClr val="ffb612"/>
      </a:accent3>
      <a:accent4>
        <a:srgbClr val="017bc6"/>
      </a:accent4>
      <a:accent5>
        <a:srgbClr val="75d1b5"/>
      </a:accent5>
      <a:accent6>
        <a:srgbClr val="e17000"/>
      </a:accent6>
      <a:hlink>
        <a:srgbClr val="00689a"/>
      </a:hlink>
      <a:folHlink>
        <a:srgbClr val="ccdf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16008 RIJK - Sjabloon 16x9 Donkerblauw</Template>
  <TotalTime>9391</TotalTime>
  <Application>LibreOffice/7.3.5.2$Windows_X86_64 LibreOffice_project/184fe81b8c8c30d8b5082578aee2fed2ea847c01</Application>
  <AppVersion>15.0000</AppVersion>
  <Words>581</Words>
  <Paragraphs>86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2017-09-25T11:29:42Z</dcterms:created>
  <dc:creator>Microsoft Office-gebruiker</dc:creator>
  <dc:description/>
  <dc:language>en-US</dc:language>
  <cp:lastModifiedBy/>
  <dcterms:modified xsi:type="dcterms:W3CDTF">2022-09-05T13:57:34Z</dcterms:modified>
  <cp:revision>482</cp:revision>
  <dc:subject/>
  <dc:title>Kennismaken met DUO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7</vt:i4>
  </property>
  <property fmtid="{D5CDD505-2E9C-101B-9397-08002B2CF9AE}" pid="7" name="PresentationFormat">
    <vt:lpwstr>Breedbeeld</vt:lpwstr>
  </property>
  <property fmtid="{D5CDD505-2E9C-101B-9397-08002B2CF9AE}" pid="8" name="ScaleCrop">
    <vt:bool>0</vt:bool>
  </property>
  <property fmtid="{D5CDD505-2E9C-101B-9397-08002B2CF9AE}" pid="9" name="ShareDoc">
    <vt:bool>0</vt:bool>
  </property>
  <property fmtid="{D5CDD505-2E9C-101B-9397-08002B2CF9AE}" pid="10" name="Slides">
    <vt:i4>8</vt:i4>
  </property>
</Properties>
</file>