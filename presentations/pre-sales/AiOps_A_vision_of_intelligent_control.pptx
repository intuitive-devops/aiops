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12"/>
  </p:notesMasterIdLst>
  <p:sldIdLst>
    <p:sldId id="256" r:id="rId3"/>
    <p:sldId id="257" r:id="rId4"/>
    <p:sldId id="258" r:id="rId5"/>
    <p:sldId id="259" r:id="rId6"/>
    <p:sldId id="260" r:id="rId7"/>
    <p:sldId id="261" r:id="rId8"/>
    <p:sldId id="262" r:id="rId9"/>
    <p:sldId id="263" r:id="rId10"/>
    <p:sldId id="26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31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2"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pPr algn="ctr">
              <a:buNone/>
            </a:pPr>
            <a:r>
              <a:rPr lang="en-GB" sz="4400" b="0" strike="noStrike" spc="-1">
                <a:latin typeface="Arial"/>
              </a:rPr>
              <a:t>Click to move the slide</a:t>
            </a:r>
          </a:p>
        </p:txBody>
      </p:sp>
      <p:sp>
        <p:nvSpPr>
          <p:cNvPr id="8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en-GB" sz="2000" b="0" strike="noStrike" spc="-1">
                <a:latin typeface="Arial"/>
              </a:rPr>
              <a:t>Click to edit the notes' format</a:t>
            </a:r>
          </a:p>
        </p:txBody>
      </p:sp>
      <p:sp>
        <p:nvSpPr>
          <p:cNvPr id="84"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r>
              <a:rPr lang="en-GB" sz="1400" b="0" strike="noStrike" spc="-1">
                <a:latin typeface="Times New Roman"/>
              </a:rPr>
              <a:t>&lt;header&gt;</a:t>
            </a:r>
          </a:p>
        </p:txBody>
      </p:sp>
      <p:sp>
        <p:nvSpPr>
          <p:cNvPr id="85"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algn="r">
              <a:buNone/>
              <a:defRPr lang="en-GB" sz="1400" b="0" strike="noStrike" spc="-1">
                <a:latin typeface="Times New Roman"/>
              </a:defRPr>
            </a:lvl1pPr>
          </a:lstStyle>
          <a:p>
            <a:pPr algn="r">
              <a:buNone/>
            </a:pPr>
            <a:r>
              <a:rPr lang="en-GB" sz="1400" b="0" strike="noStrike" spc="-1">
                <a:latin typeface="Times New Roman"/>
              </a:rPr>
              <a:t>&lt;date/time&gt;</a:t>
            </a:r>
          </a:p>
        </p:txBody>
      </p:sp>
      <p:sp>
        <p:nvSpPr>
          <p:cNvPr id="86"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a:defRPr lang="en-GB" sz="1400" b="0" strike="noStrike" spc="-1">
                <a:latin typeface="Times New Roman"/>
              </a:defRPr>
            </a:lvl1pPr>
          </a:lstStyle>
          <a:p>
            <a:r>
              <a:rPr lang="en-GB" sz="1400" b="0" strike="noStrike" spc="-1">
                <a:latin typeface="Times New Roman"/>
              </a:rPr>
              <a:t>&lt;footer&gt;</a:t>
            </a:r>
          </a:p>
        </p:txBody>
      </p:sp>
      <p:sp>
        <p:nvSpPr>
          <p:cNvPr id="87"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algn="r">
              <a:buNone/>
              <a:defRPr lang="en-GB" sz="1400" b="0" strike="noStrike" spc="-1">
                <a:latin typeface="Times New Roman"/>
              </a:defRPr>
            </a:lvl1pPr>
          </a:lstStyle>
          <a:p>
            <a:pPr algn="r">
              <a:buNone/>
            </a:pPr>
            <a:fld id="{1D17961F-64AA-46FE-85F4-BA3FA0384941}" type="slidenum">
              <a:rPr lang="en-GB" sz="1400" b="0" strike="noStrike" spc="-1">
                <a:latin typeface="Times New Roman"/>
              </a:rPr>
              <a:t>‹#›</a:t>
            </a:fld>
            <a:endParaRPr lang="en-GB" sz="1400" b="0" strike="noStrike" spc="-1">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PlaceHolder 1"/>
          <p:cNvSpPr>
            <a:spLocks noGrp="1" noRot="1" noChangeAspect="1"/>
          </p:cNvSpPr>
          <p:nvPr>
            <p:ph type="sldImg"/>
          </p:nvPr>
        </p:nvSpPr>
        <p:spPr>
          <a:xfrm>
            <a:off x="685800" y="1143000"/>
            <a:ext cx="5483160" cy="3083040"/>
          </a:xfrm>
          <a:prstGeom prst="rect">
            <a:avLst/>
          </a:prstGeom>
          <a:ln w="0">
            <a:noFill/>
          </a:ln>
        </p:spPr>
      </p:sp>
      <p:sp>
        <p:nvSpPr>
          <p:cNvPr id="119" name="PlaceHolder 2"/>
          <p:cNvSpPr>
            <a:spLocks noGrp="1"/>
          </p:cNvSpPr>
          <p:nvPr>
            <p:ph type="body"/>
          </p:nvPr>
        </p:nvSpPr>
        <p:spPr>
          <a:xfrm>
            <a:off x="685800" y="4400640"/>
            <a:ext cx="5482800" cy="3596760"/>
          </a:xfrm>
          <a:prstGeom prst="rect">
            <a:avLst/>
          </a:prstGeom>
          <a:noFill/>
          <a:ln w="0">
            <a:noFill/>
          </a:ln>
        </p:spPr>
        <p:txBody>
          <a:bodyPr lIns="0" tIns="0" rIns="0" bIns="0" anchor="t">
            <a:noAutofit/>
          </a:bodyPr>
          <a:lstStyle/>
          <a:p>
            <a:endParaRPr lang="en-GB" sz="2000" b="0" strike="noStrike" spc="-1">
              <a:latin typeface="Arial"/>
            </a:endParaRPr>
          </a:p>
        </p:txBody>
      </p:sp>
      <p:sp>
        <p:nvSpPr>
          <p:cNvPr id="120" name="TextShape 3"/>
          <p:cNvSpPr/>
          <p:nvPr/>
        </p:nvSpPr>
        <p:spPr>
          <a:xfrm>
            <a:off x="3884760" y="8685360"/>
            <a:ext cx="296820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buNone/>
            </a:pPr>
            <a:fld id="{83CA4E10-1015-43F1-8F48-339311D5765C}" type="slidenum">
              <a:rPr lang="en-GB" sz="1200" b="0" strike="noStrike" spc="-1">
                <a:solidFill>
                  <a:srgbClr val="000000"/>
                </a:solidFill>
                <a:latin typeface="+mn-lt"/>
                <a:ea typeface="+mn-ea"/>
              </a:rPr>
              <a:t>1</a:t>
            </a:fld>
            <a:endParaRPr lang="en-GB" sz="1200" b="0" strike="noStrike" spc="-1">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PlaceHolder 1"/>
          <p:cNvSpPr>
            <a:spLocks noGrp="1" noRot="1" noChangeAspect="1"/>
          </p:cNvSpPr>
          <p:nvPr>
            <p:ph type="sldImg"/>
          </p:nvPr>
        </p:nvSpPr>
        <p:spPr>
          <a:xfrm>
            <a:off x="685800" y="1143000"/>
            <a:ext cx="5483160" cy="3083040"/>
          </a:xfrm>
          <a:prstGeom prst="rect">
            <a:avLst/>
          </a:prstGeom>
          <a:ln w="0">
            <a:noFill/>
          </a:ln>
        </p:spPr>
      </p:sp>
      <p:sp>
        <p:nvSpPr>
          <p:cNvPr id="122" name="PlaceHolder 2"/>
          <p:cNvSpPr>
            <a:spLocks noGrp="1"/>
          </p:cNvSpPr>
          <p:nvPr>
            <p:ph type="body"/>
          </p:nvPr>
        </p:nvSpPr>
        <p:spPr>
          <a:xfrm>
            <a:off x="685800" y="4400640"/>
            <a:ext cx="5482800" cy="3596760"/>
          </a:xfrm>
          <a:prstGeom prst="rect">
            <a:avLst/>
          </a:prstGeom>
          <a:noFill/>
          <a:ln w="0">
            <a:noFill/>
          </a:ln>
        </p:spPr>
        <p:txBody>
          <a:bodyPr lIns="0" tIns="0" rIns="0" bIns="0" anchor="t">
            <a:noAutofit/>
          </a:bodyPr>
          <a:lstStyle/>
          <a:p>
            <a:endParaRPr lang="en-GB" sz="2000" b="0" strike="noStrike" spc="-1">
              <a:latin typeface="Arial"/>
            </a:endParaRPr>
          </a:p>
        </p:txBody>
      </p:sp>
      <p:sp>
        <p:nvSpPr>
          <p:cNvPr id="123" name="TextShape 3"/>
          <p:cNvSpPr/>
          <p:nvPr/>
        </p:nvSpPr>
        <p:spPr>
          <a:xfrm>
            <a:off x="3884760" y="8685360"/>
            <a:ext cx="296820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buNone/>
            </a:pPr>
            <a:fld id="{99C1091A-D952-42BA-BA08-A349DAC52193}" type="slidenum">
              <a:rPr lang="en-GB" sz="1200" b="0" strike="noStrike" spc="-1">
                <a:solidFill>
                  <a:srgbClr val="000000"/>
                </a:solidFill>
                <a:latin typeface="+mn-lt"/>
                <a:ea typeface="+mn-ea"/>
              </a:rPr>
              <a:t>4</a:t>
            </a:fld>
            <a:endParaRPr lang="en-GB" sz="1200" b="0" strike="noStrike" spc="-1">
              <a:latin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PlaceHolder 1"/>
          <p:cNvSpPr>
            <a:spLocks noGrp="1" noRot="1" noChangeAspect="1"/>
          </p:cNvSpPr>
          <p:nvPr>
            <p:ph type="sldImg"/>
          </p:nvPr>
        </p:nvSpPr>
        <p:spPr>
          <a:xfrm>
            <a:off x="685800" y="1143000"/>
            <a:ext cx="5483160" cy="3083040"/>
          </a:xfrm>
          <a:prstGeom prst="rect">
            <a:avLst/>
          </a:prstGeom>
          <a:ln w="0">
            <a:noFill/>
          </a:ln>
        </p:spPr>
      </p:sp>
      <p:sp>
        <p:nvSpPr>
          <p:cNvPr id="125" name="PlaceHolder 2"/>
          <p:cNvSpPr>
            <a:spLocks noGrp="1"/>
          </p:cNvSpPr>
          <p:nvPr>
            <p:ph type="body"/>
          </p:nvPr>
        </p:nvSpPr>
        <p:spPr>
          <a:xfrm>
            <a:off x="685800" y="4400640"/>
            <a:ext cx="5482800" cy="3596760"/>
          </a:xfrm>
          <a:prstGeom prst="rect">
            <a:avLst/>
          </a:prstGeom>
          <a:noFill/>
          <a:ln w="0">
            <a:noFill/>
          </a:ln>
        </p:spPr>
        <p:txBody>
          <a:bodyPr lIns="0" tIns="0" rIns="0" bIns="0" anchor="t">
            <a:noAutofit/>
          </a:bodyPr>
          <a:lstStyle/>
          <a:p>
            <a:endParaRPr lang="en-GB" sz="2000" b="0" strike="noStrike" spc="-1">
              <a:latin typeface="Arial"/>
            </a:endParaRPr>
          </a:p>
        </p:txBody>
      </p:sp>
      <p:sp>
        <p:nvSpPr>
          <p:cNvPr id="126" name="TextShape 5"/>
          <p:cNvSpPr/>
          <p:nvPr/>
        </p:nvSpPr>
        <p:spPr>
          <a:xfrm>
            <a:off x="3884760" y="8685360"/>
            <a:ext cx="296820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buNone/>
            </a:pPr>
            <a:fld id="{C4034F77-4DB4-4903-BD4E-1C33B5DC3570}" type="slidenum">
              <a:rPr lang="en-GB" sz="1200" b="0" strike="noStrike" spc="-1">
                <a:solidFill>
                  <a:srgbClr val="000000"/>
                </a:solidFill>
                <a:latin typeface="+mn-lt"/>
                <a:ea typeface="+mn-ea"/>
              </a:rPr>
              <a:t>5</a:t>
            </a:fld>
            <a:endParaRPr lang="en-GB" sz="1200" b="0" strike="noStrike" spc="-1">
              <a:latin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noRot="1" noChangeAspect="1"/>
          </p:cNvSpPr>
          <p:nvPr>
            <p:ph type="sldImg"/>
          </p:nvPr>
        </p:nvSpPr>
        <p:spPr>
          <a:xfrm>
            <a:off x="687388" y="1143000"/>
            <a:ext cx="5480050" cy="3082925"/>
          </a:xfrm>
          <a:prstGeom prst="rect">
            <a:avLst/>
          </a:prstGeom>
          <a:ln w="0">
            <a:noFill/>
          </a:ln>
        </p:spPr>
      </p:sp>
      <p:sp>
        <p:nvSpPr>
          <p:cNvPr id="128" name="PlaceHolder 2"/>
          <p:cNvSpPr>
            <a:spLocks noGrp="1"/>
          </p:cNvSpPr>
          <p:nvPr>
            <p:ph type="body"/>
          </p:nvPr>
        </p:nvSpPr>
        <p:spPr>
          <a:xfrm>
            <a:off x="685800" y="4400640"/>
            <a:ext cx="5482800" cy="3596760"/>
          </a:xfrm>
          <a:prstGeom prst="rect">
            <a:avLst/>
          </a:prstGeom>
          <a:noFill/>
          <a:ln w="0">
            <a:noFill/>
          </a:ln>
        </p:spPr>
        <p:txBody>
          <a:bodyPr lIns="0" tIns="0" rIns="0" bIns="0" anchor="t">
            <a:noAutofit/>
          </a:bodyPr>
          <a:lstStyle/>
          <a:p>
            <a:endParaRPr lang="en-GB" sz="2000" b="0" strike="noStrike" spc="-1">
              <a:latin typeface="Arial"/>
            </a:endParaRPr>
          </a:p>
        </p:txBody>
      </p:sp>
      <p:sp>
        <p:nvSpPr>
          <p:cNvPr id="129" name="TextShape 3"/>
          <p:cNvSpPr/>
          <p:nvPr/>
        </p:nvSpPr>
        <p:spPr>
          <a:xfrm>
            <a:off x="3884760" y="8685360"/>
            <a:ext cx="296820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buNone/>
            </a:pPr>
            <a:fld id="{A2F69B37-DC5E-4848-BE52-C6A589FEFE51}" type="slidenum">
              <a:rPr lang="en-GB" sz="1200" b="0" strike="noStrike" spc="-1">
                <a:solidFill>
                  <a:srgbClr val="000000"/>
                </a:solidFill>
                <a:latin typeface="+mn-lt"/>
                <a:ea typeface="+mn-ea"/>
              </a:rPr>
              <a:t>6</a:t>
            </a:fld>
            <a:endParaRPr lang="en-GB" sz="1200" b="0" strike="noStrike" spc="-1">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 name="PlaceHolder 1"/>
          <p:cNvSpPr>
            <a:spLocks noGrp="1" noRot="1" noChangeAspect="1"/>
          </p:cNvSpPr>
          <p:nvPr>
            <p:ph type="sldImg"/>
          </p:nvPr>
        </p:nvSpPr>
        <p:spPr>
          <a:xfrm>
            <a:off x="685800" y="1143000"/>
            <a:ext cx="5483160" cy="3083040"/>
          </a:xfrm>
          <a:prstGeom prst="rect">
            <a:avLst/>
          </a:prstGeom>
          <a:ln w="0">
            <a:noFill/>
          </a:ln>
        </p:spPr>
      </p:sp>
      <p:sp>
        <p:nvSpPr>
          <p:cNvPr id="131" name="PlaceHolder 2"/>
          <p:cNvSpPr>
            <a:spLocks noGrp="1"/>
          </p:cNvSpPr>
          <p:nvPr>
            <p:ph type="body"/>
          </p:nvPr>
        </p:nvSpPr>
        <p:spPr>
          <a:xfrm>
            <a:off x="685800" y="4400640"/>
            <a:ext cx="5482800" cy="3596760"/>
          </a:xfrm>
          <a:prstGeom prst="rect">
            <a:avLst/>
          </a:prstGeom>
          <a:noFill/>
          <a:ln w="0">
            <a:noFill/>
          </a:ln>
        </p:spPr>
        <p:txBody>
          <a:bodyPr lIns="0" tIns="0" rIns="0" bIns="0" anchor="t">
            <a:noAutofit/>
          </a:bodyPr>
          <a:lstStyle/>
          <a:p>
            <a:endParaRPr lang="en-GB" sz="2000" b="0" strike="noStrike" spc="-1">
              <a:latin typeface="Arial"/>
            </a:endParaRPr>
          </a:p>
        </p:txBody>
      </p:sp>
      <p:sp>
        <p:nvSpPr>
          <p:cNvPr id="132" name="TextShape 3"/>
          <p:cNvSpPr/>
          <p:nvPr/>
        </p:nvSpPr>
        <p:spPr>
          <a:xfrm>
            <a:off x="3884760" y="8685360"/>
            <a:ext cx="296820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buNone/>
            </a:pPr>
            <a:fld id="{EA8463D7-41AC-4267-9602-24654C4AEE8E}" type="slidenum">
              <a:rPr lang="en-GB" sz="1200" b="0" strike="noStrike" spc="-1">
                <a:solidFill>
                  <a:srgbClr val="000000"/>
                </a:solidFill>
                <a:latin typeface="+mn-lt"/>
                <a:ea typeface="+mn-ea"/>
              </a:rPr>
              <a:t>7</a:t>
            </a:fld>
            <a:endParaRPr lang="en-GB" sz="1200" b="0" strike="noStrike" spc="-1">
              <a:latin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noRot="1" noChangeAspect="1"/>
          </p:cNvSpPr>
          <p:nvPr>
            <p:ph type="sldImg"/>
          </p:nvPr>
        </p:nvSpPr>
        <p:spPr>
          <a:xfrm>
            <a:off x="685800" y="1143000"/>
            <a:ext cx="5483160" cy="3083040"/>
          </a:xfrm>
          <a:prstGeom prst="rect">
            <a:avLst/>
          </a:prstGeom>
          <a:ln w="0">
            <a:noFill/>
          </a:ln>
        </p:spPr>
      </p:sp>
      <p:sp>
        <p:nvSpPr>
          <p:cNvPr id="134" name="PlaceHolder 2"/>
          <p:cNvSpPr>
            <a:spLocks noGrp="1"/>
          </p:cNvSpPr>
          <p:nvPr>
            <p:ph type="body"/>
          </p:nvPr>
        </p:nvSpPr>
        <p:spPr>
          <a:xfrm>
            <a:off x="685800" y="4400640"/>
            <a:ext cx="5482800" cy="3596760"/>
          </a:xfrm>
          <a:prstGeom prst="rect">
            <a:avLst/>
          </a:prstGeom>
          <a:noFill/>
          <a:ln w="0">
            <a:noFill/>
          </a:ln>
        </p:spPr>
        <p:txBody>
          <a:bodyPr lIns="0" tIns="0" rIns="0" bIns="0" anchor="t">
            <a:noAutofit/>
          </a:bodyPr>
          <a:lstStyle/>
          <a:p>
            <a:endParaRPr lang="en-GB" sz="2000" b="0" strike="noStrike" spc="-1">
              <a:latin typeface="Arial"/>
            </a:endParaRPr>
          </a:p>
        </p:txBody>
      </p:sp>
      <p:sp>
        <p:nvSpPr>
          <p:cNvPr id="135" name="TextShape 15"/>
          <p:cNvSpPr/>
          <p:nvPr/>
        </p:nvSpPr>
        <p:spPr>
          <a:xfrm>
            <a:off x="3884760" y="8685360"/>
            <a:ext cx="296820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buNone/>
            </a:pPr>
            <a:fld id="{CED96846-5378-4DBC-9604-B5E6FC1B20A2}" type="slidenum">
              <a:rPr lang="en-GB" sz="1200" b="0" strike="noStrike" spc="-1">
                <a:solidFill>
                  <a:srgbClr val="000000"/>
                </a:solidFill>
                <a:latin typeface="+mn-lt"/>
                <a:ea typeface="+mn-ea"/>
              </a:rPr>
              <a:t>8</a:t>
            </a:fld>
            <a:endParaRPr lang="en-GB" sz="1200" b="0" strike="noStrike" spc="-1">
              <a:latin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PlaceHolder 1"/>
          <p:cNvSpPr>
            <a:spLocks noGrp="1" noRot="1" noChangeAspect="1"/>
          </p:cNvSpPr>
          <p:nvPr>
            <p:ph type="sldImg"/>
          </p:nvPr>
        </p:nvSpPr>
        <p:spPr>
          <a:xfrm>
            <a:off x="685800" y="1143000"/>
            <a:ext cx="5483160" cy="3083040"/>
          </a:xfrm>
          <a:prstGeom prst="rect">
            <a:avLst/>
          </a:prstGeom>
          <a:ln w="0">
            <a:noFill/>
          </a:ln>
        </p:spPr>
      </p:sp>
      <p:sp>
        <p:nvSpPr>
          <p:cNvPr id="137" name="PlaceHolder 2"/>
          <p:cNvSpPr>
            <a:spLocks noGrp="1"/>
          </p:cNvSpPr>
          <p:nvPr>
            <p:ph type="body"/>
          </p:nvPr>
        </p:nvSpPr>
        <p:spPr>
          <a:xfrm>
            <a:off x="685800" y="4400640"/>
            <a:ext cx="5482800" cy="3596760"/>
          </a:xfrm>
          <a:prstGeom prst="rect">
            <a:avLst/>
          </a:prstGeom>
          <a:noFill/>
          <a:ln w="0">
            <a:noFill/>
          </a:ln>
        </p:spPr>
        <p:txBody>
          <a:bodyPr lIns="0" tIns="0" rIns="0" bIns="0" anchor="t">
            <a:noAutofit/>
          </a:bodyPr>
          <a:lstStyle/>
          <a:p>
            <a:endParaRPr lang="en-GB" sz="2000" b="0" strike="noStrike" spc="-1">
              <a:latin typeface="Arial"/>
            </a:endParaRPr>
          </a:p>
        </p:txBody>
      </p:sp>
      <p:sp>
        <p:nvSpPr>
          <p:cNvPr id="138" name="TextShape 3"/>
          <p:cNvSpPr/>
          <p:nvPr/>
        </p:nvSpPr>
        <p:spPr>
          <a:xfrm>
            <a:off x="3884760" y="8685360"/>
            <a:ext cx="296820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buNone/>
            </a:pPr>
            <a:fld id="{78300936-0C3B-4509-92E2-B58B5A9BFDE3}" type="slidenum">
              <a:rPr lang="en-GB" sz="1200" b="0" strike="noStrike" spc="-1">
                <a:solidFill>
                  <a:srgbClr val="000000"/>
                </a:solidFill>
                <a:latin typeface="+mn-lt"/>
                <a:ea typeface="+mn-ea"/>
              </a:rPr>
              <a:t>9</a:t>
            </a:fld>
            <a:endParaRPr lang="en-GB" sz="1200" b="0" strike="noStrike" spc="-1">
              <a:latin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7"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9"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11"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GB" sz="3200" b="0" strike="noStrike" spc="-1">
              <a:latin typeface="Arial"/>
            </a:endParaRPr>
          </a:p>
        </p:txBody>
      </p:sp>
      <p:sp>
        <p:nvSpPr>
          <p:cNvPr id="12"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16"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17"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GB" sz="3200" b="0" strike="noStrike" spc="-1">
              <a:latin typeface="Arial"/>
            </a:endParaRPr>
          </a:p>
        </p:txBody>
      </p:sp>
      <p:sp>
        <p:nvSpPr>
          <p:cNvPr id="18"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20"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GB" sz="3200" b="0" strike="noStrike" spc="-1">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22"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24"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25"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26"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28"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29"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31"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32"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33"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34"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36"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37"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38"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39"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40"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41"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47"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49"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GB" sz="3200" b="0" strike="noStrike" spc="-1">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GB" sz="3200" b="0" strike="noStrike" spc="-1">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GB" sz="3200" b="0" strike="noStrike" spc="-1">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66"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68"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69"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GB" sz="4400" b="0" strike="noStrike" spc="-1">
              <a:latin typeface="Arial"/>
            </a:endParaRPr>
          </a:p>
        </p:txBody>
      </p:sp>
      <p:sp>
        <p:nvSpPr>
          <p:cNvPr id="76"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77"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78"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79"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80"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
        <p:nvSpPr>
          <p:cNvPr id="81"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GB"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689A"/>
        </a:solidFill>
        <a:effectLst/>
      </p:bgPr>
    </p:bg>
    <p:spTree>
      <p:nvGrpSpPr>
        <p:cNvPr id="1" name=""/>
        <p:cNvGrpSpPr/>
        <p:nvPr/>
      </p:nvGrpSpPr>
      <p:grpSpPr>
        <a:xfrm>
          <a:off x="0" y="0"/>
          <a:ext cx="0" cy="0"/>
          <a:chOff x="0" y="0"/>
          <a:chExt cx="0" cy="0"/>
        </a:xfrm>
      </p:grpSpPr>
      <p:pic>
        <p:nvPicPr>
          <p:cNvPr id="6" name="Afbeelding 11"/>
          <p:cNvPicPr/>
          <p:nvPr/>
        </p:nvPicPr>
        <p:blipFill>
          <a:blip r:embed="rId14"/>
          <a:stretch/>
        </p:blipFill>
        <p:spPr>
          <a:xfrm>
            <a:off x="-3240" y="0"/>
            <a:ext cx="12194640" cy="1063080"/>
          </a:xfrm>
          <a:prstGeom prst="rect">
            <a:avLst/>
          </a:prstGeom>
          <a:ln w="0">
            <a:noFill/>
          </a:ln>
        </p:spPr>
      </p:pic>
      <p:sp>
        <p:nvSpPr>
          <p:cNvPr id="7" name="CustomShape 1" hidden="1"/>
          <p:cNvSpPr/>
          <p:nvPr/>
        </p:nvSpPr>
        <p:spPr>
          <a:xfrm>
            <a:off x="5861880" y="6620400"/>
            <a:ext cx="464400" cy="234000"/>
          </a:xfrm>
          <a:prstGeom prst="rect">
            <a:avLst/>
          </a:prstGeom>
          <a:solidFill>
            <a:srgbClr val="154273"/>
          </a:solidFill>
          <a:ln>
            <a:noFill/>
          </a:ln>
        </p:spPr>
        <p:style>
          <a:lnRef idx="2">
            <a:schemeClr val="accent1">
              <a:shade val="50000"/>
            </a:schemeClr>
          </a:lnRef>
          <a:fillRef idx="1">
            <a:schemeClr val="accent1"/>
          </a:fillRef>
          <a:effectRef idx="0">
            <a:schemeClr val="accent1"/>
          </a:effectRef>
          <a:fontRef idx="minor"/>
        </p:style>
      </p:sp>
      <p:sp>
        <p:nvSpPr>
          <p:cNvPr id="2" name="CustomShape 3"/>
          <p:cNvSpPr/>
          <p:nvPr/>
        </p:nvSpPr>
        <p:spPr>
          <a:xfrm>
            <a:off x="5773320" y="6541200"/>
            <a:ext cx="644040" cy="313200"/>
          </a:xfrm>
          <a:prstGeom prst="rect">
            <a:avLst/>
          </a:prstGeom>
          <a:solidFill>
            <a:srgbClr val="154273"/>
          </a:solidFill>
          <a:ln>
            <a:noFill/>
          </a:ln>
        </p:spPr>
        <p:style>
          <a:lnRef idx="2">
            <a:schemeClr val="accent1">
              <a:shade val="50000"/>
            </a:schemeClr>
          </a:lnRef>
          <a:fillRef idx="1">
            <a:schemeClr val="accent1"/>
          </a:fillRef>
          <a:effectRef idx="0">
            <a:schemeClr val="accent1"/>
          </a:effectRef>
          <a:fontRef idx="minor"/>
        </p:style>
      </p:sp>
      <p:pic>
        <p:nvPicPr>
          <p:cNvPr id="3" name="Afbeelding 7"/>
          <p:cNvPicPr/>
          <p:nvPr/>
        </p:nvPicPr>
        <p:blipFill>
          <a:blip r:embed="rId15"/>
          <a:stretch/>
        </p:blipFill>
        <p:spPr>
          <a:xfrm>
            <a:off x="0" y="0"/>
            <a:ext cx="12188520" cy="1875960"/>
          </a:xfrm>
          <a:prstGeom prst="rect">
            <a:avLst/>
          </a:prstGeom>
          <a:ln w="0">
            <a:noFill/>
          </a:ln>
        </p:spPr>
      </p:pic>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GB" sz="4400" b="0" strike="noStrike" spc="-1">
                <a:latin typeface="Arial"/>
              </a:rPr>
              <a:t>Click to edit the title text format</a:t>
            </a:r>
          </a:p>
        </p:txBody>
      </p:sp>
      <p:sp>
        <p:nvSpPr>
          <p:cNvPr id="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GB"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GB" sz="2800" b="0" strike="noStrike" spc="-1">
                <a:latin typeface="Arial"/>
              </a:rPr>
              <a:t>Second Outline Level</a:t>
            </a:r>
          </a:p>
          <a:p>
            <a:pPr marL="1296000" lvl="2" indent="-288000">
              <a:spcBef>
                <a:spcPts val="850"/>
              </a:spcBef>
              <a:buClr>
                <a:srgbClr val="000000"/>
              </a:buClr>
              <a:buSzPct val="45000"/>
              <a:buFont typeface="Wingdings" charset="2"/>
              <a:buChar char=""/>
            </a:pPr>
            <a:r>
              <a:rPr lang="en-GB" sz="2400" b="0" strike="noStrike" spc="-1">
                <a:latin typeface="Arial"/>
              </a:rPr>
              <a:t>Third Outline Level</a:t>
            </a:r>
          </a:p>
          <a:p>
            <a:pPr marL="1728000" lvl="3" indent="-216000">
              <a:spcBef>
                <a:spcPts val="567"/>
              </a:spcBef>
              <a:buClr>
                <a:srgbClr val="000000"/>
              </a:buClr>
              <a:buSzPct val="75000"/>
              <a:buFont typeface="Symbol" charset="2"/>
              <a:buChar char=""/>
            </a:pPr>
            <a:r>
              <a:rPr lang="en-GB" sz="2000" b="0" strike="noStrike" spc="-1">
                <a:latin typeface="Arial"/>
              </a:rPr>
              <a:t>Fourth Outline Level</a:t>
            </a:r>
          </a:p>
          <a:p>
            <a:pPr marL="2160000" lvl="4" indent="-216000">
              <a:spcBef>
                <a:spcPts val="283"/>
              </a:spcBef>
              <a:buClr>
                <a:srgbClr val="000000"/>
              </a:buClr>
              <a:buSzPct val="45000"/>
              <a:buFont typeface="Wingdings" charset="2"/>
              <a:buChar char=""/>
            </a:pPr>
            <a:r>
              <a:rPr lang="en-GB" sz="2000" b="0" strike="noStrike" spc="-1">
                <a:latin typeface="Arial"/>
              </a:rPr>
              <a:t>Fifth Outline Level</a:t>
            </a:r>
          </a:p>
          <a:p>
            <a:pPr marL="2592000" lvl="5" indent="-216000">
              <a:spcBef>
                <a:spcPts val="283"/>
              </a:spcBef>
              <a:buClr>
                <a:srgbClr val="000000"/>
              </a:buClr>
              <a:buSzPct val="45000"/>
              <a:buFont typeface="Wingdings" charset="2"/>
              <a:buChar char=""/>
            </a:pPr>
            <a:r>
              <a:rPr lang="en-GB" sz="2000" b="0" strike="noStrike" spc="-1">
                <a:latin typeface="Arial"/>
              </a:rPr>
              <a:t>Sixth Outline Level</a:t>
            </a:r>
          </a:p>
          <a:p>
            <a:pPr marL="3024000" lvl="6" indent="-216000">
              <a:spcBef>
                <a:spcPts val="283"/>
              </a:spcBef>
              <a:buClr>
                <a:srgbClr val="000000"/>
              </a:buClr>
              <a:buSzPct val="45000"/>
              <a:buFont typeface="Wingdings" charset="2"/>
              <a:buChar char=""/>
            </a:pPr>
            <a:r>
              <a:rPr lang="en-GB"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42" name="Afbeelding 11"/>
          <p:cNvPicPr/>
          <p:nvPr/>
        </p:nvPicPr>
        <p:blipFill>
          <a:blip r:embed="rId14"/>
          <a:stretch/>
        </p:blipFill>
        <p:spPr>
          <a:xfrm>
            <a:off x="-3240" y="0"/>
            <a:ext cx="12194640" cy="1063080"/>
          </a:xfrm>
          <a:prstGeom prst="rect">
            <a:avLst/>
          </a:prstGeom>
          <a:ln w="0">
            <a:noFill/>
          </a:ln>
        </p:spPr>
      </p:pic>
      <p:sp>
        <p:nvSpPr>
          <p:cNvPr id="43" name="CustomShape 1"/>
          <p:cNvSpPr/>
          <p:nvPr/>
        </p:nvSpPr>
        <p:spPr>
          <a:xfrm>
            <a:off x="5861880" y="6620400"/>
            <a:ext cx="464400" cy="234000"/>
          </a:xfrm>
          <a:prstGeom prst="rect">
            <a:avLst/>
          </a:prstGeom>
          <a:solidFill>
            <a:srgbClr val="154273"/>
          </a:solidFill>
          <a:ln>
            <a:noFill/>
          </a:ln>
        </p:spPr>
        <p:style>
          <a:lnRef idx="2">
            <a:schemeClr val="accent1">
              <a:shade val="50000"/>
            </a:schemeClr>
          </a:lnRef>
          <a:fillRef idx="1">
            <a:schemeClr val="accent1"/>
          </a:fillRef>
          <a:effectRef idx="0">
            <a:schemeClr val="accent1"/>
          </a:effectRef>
          <a:fontRef idx="minor"/>
        </p:style>
      </p:sp>
      <p:sp>
        <p:nvSpPr>
          <p:cNvPr id="4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GB" sz="4400" b="0" strike="noStrike" spc="-1">
                <a:latin typeface="Arial"/>
              </a:rPr>
              <a:t>Click to edit the title text format</a:t>
            </a:r>
          </a:p>
        </p:txBody>
      </p:sp>
      <p:sp>
        <p:nvSpPr>
          <p:cNvPr id="4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GB"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GB" sz="2800" b="0" strike="noStrike" spc="-1">
                <a:latin typeface="Arial"/>
              </a:rPr>
              <a:t>Second Outline Level</a:t>
            </a:r>
          </a:p>
          <a:p>
            <a:pPr marL="1296000" lvl="2" indent="-288000">
              <a:spcBef>
                <a:spcPts val="850"/>
              </a:spcBef>
              <a:buClr>
                <a:srgbClr val="000000"/>
              </a:buClr>
              <a:buSzPct val="45000"/>
              <a:buFont typeface="Wingdings" charset="2"/>
              <a:buChar char=""/>
            </a:pPr>
            <a:r>
              <a:rPr lang="en-GB" sz="2400" b="0" strike="noStrike" spc="-1">
                <a:latin typeface="Arial"/>
              </a:rPr>
              <a:t>Third Outline Level</a:t>
            </a:r>
          </a:p>
          <a:p>
            <a:pPr marL="1728000" lvl="3" indent="-216000">
              <a:spcBef>
                <a:spcPts val="567"/>
              </a:spcBef>
              <a:buClr>
                <a:srgbClr val="000000"/>
              </a:buClr>
              <a:buSzPct val="75000"/>
              <a:buFont typeface="Symbol" charset="2"/>
              <a:buChar char=""/>
            </a:pPr>
            <a:r>
              <a:rPr lang="en-GB" sz="2000" b="0" strike="noStrike" spc="-1">
                <a:latin typeface="Arial"/>
              </a:rPr>
              <a:t>Fourth Outline Level</a:t>
            </a:r>
          </a:p>
          <a:p>
            <a:pPr marL="2160000" lvl="4" indent="-216000">
              <a:spcBef>
                <a:spcPts val="283"/>
              </a:spcBef>
              <a:buClr>
                <a:srgbClr val="000000"/>
              </a:buClr>
              <a:buSzPct val="45000"/>
              <a:buFont typeface="Wingdings" charset="2"/>
              <a:buChar char=""/>
            </a:pPr>
            <a:r>
              <a:rPr lang="en-GB" sz="2000" b="0" strike="noStrike" spc="-1">
                <a:latin typeface="Arial"/>
              </a:rPr>
              <a:t>Fifth Outline Level</a:t>
            </a:r>
          </a:p>
          <a:p>
            <a:pPr marL="2592000" lvl="5" indent="-216000">
              <a:spcBef>
                <a:spcPts val="283"/>
              </a:spcBef>
              <a:buClr>
                <a:srgbClr val="000000"/>
              </a:buClr>
              <a:buSzPct val="45000"/>
              <a:buFont typeface="Wingdings" charset="2"/>
              <a:buChar char=""/>
            </a:pPr>
            <a:r>
              <a:rPr lang="en-GB" sz="2000" b="0" strike="noStrike" spc="-1">
                <a:latin typeface="Arial"/>
              </a:rPr>
              <a:t>Sixth Outline Level</a:t>
            </a:r>
          </a:p>
          <a:p>
            <a:pPr marL="3024000" lvl="6" indent="-216000">
              <a:spcBef>
                <a:spcPts val="283"/>
              </a:spcBef>
              <a:buClr>
                <a:srgbClr val="000000"/>
              </a:buClr>
              <a:buSzPct val="45000"/>
              <a:buFont typeface="Wingdings" charset="2"/>
              <a:buChar char=""/>
            </a:pPr>
            <a:r>
              <a:rPr lang="en-GB"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Shape 1"/>
          <p:cNvSpPr/>
          <p:nvPr/>
        </p:nvSpPr>
        <p:spPr>
          <a:xfrm>
            <a:off x="634680" y="3427560"/>
            <a:ext cx="10920240" cy="1722960"/>
          </a:xfrm>
          <a:prstGeom prst="rect">
            <a:avLst/>
          </a:prstGeom>
          <a:noFill/>
          <a:ln w="0">
            <a:noFill/>
          </a:ln>
        </p:spPr>
        <p:style>
          <a:lnRef idx="0">
            <a:scrgbClr r="0" g="0" b="0"/>
          </a:lnRef>
          <a:fillRef idx="0">
            <a:scrgbClr r="0" g="0" b="0"/>
          </a:fillRef>
          <a:effectRef idx="0">
            <a:scrgbClr r="0" g="0" b="0"/>
          </a:effectRef>
          <a:fontRef idx="minor"/>
        </p:style>
        <p:txBody>
          <a:bodyPr lIns="57600" tIns="90000" rIns="90000" bIns="90000" anchor="b">
            <a:noAutofit/>
          </a:bodyPr>
          <a:lstStyle/>
          <a:p>
            <a:pPr>
              <a:lnSpc>
                <a:spcPct val="90000"/>
              </a:lnSpc>
              <a:buNone/>
            </a:pPr>
            <a:r>
              <a:rPr lang="en-GB" sz="3600" b="0" strike="noStrike" spc="-1">
                <a:solidFill>
                  <a:srgbClr val="FFFFFF"/>
                </a:solidFill>
                <a:latin typeface="Verdana"/>
                <a:ea typeface="DejaVu Sans"/>
              </a:rPr>
              <a:t>AiOps – A vision of automation and control</a:t>
            </a:r>
            <a:endParaRPr lang="en-GB" sz="3600" b="0" strike="noStrike" spc="-1">
              <a:latin typeface="Arial"/>
            </a:endParaRPr>
          </a:p>
        </p:txBody>
      </p:sp>
      <p:sp>
        <p:nvSpPr>
          <p:cNvPr id="89" name="TextShape 2"/>
          <p:cNvSpPr/>
          <p:nvPr/>
        </p:nvSpPr>
        <p:spPr>
          <a:xfrm>
            <a:off x="634680" y="5162400"/>
            <a:ext cx="10920240" cy="660600"/>
          </a:xfrm>
          <a:prstGeom prst="rect">
            <a:avLst/>
          </a:prstGeom>
          <a:noFill/>
          <a:ln w="0">
            <a:noFill/>
          </a:ln>
        </p:spPr>
        <p:style>
          <a:lnRef idx="0">
            <a:scrgbClr r="0" g="0" b="0"/>
          </a:lnRef>
          <a:fillRef idx="0">
            <a:scrgbClr r="0" g="0" b="0"/>
          </a:fillRef>
          <a:effectRef idx="0">
            <a:scrgbClr r="0" g="0" b="0"/>
          </a:effectRef>
          <a:fontRef idx="minor"/>
        </p:style>
        <p:txBody>
          <a:bodyPr lIns="72000" tIns="90000" rIns="90000" bIns="45000" anchor="t">
            <a:noAutofit/>
          </a:bodyPr>
          <a:lstStyle/>
          <a:p>
            <a:pPr>
              <a:lnSpc>
                <a:spcPct val="90000"/>
              </a:lnSpc>
              <a:spcBef>
                <a:spcPts val="1199"/>
              </a:spcBef>
              <a:buNone/>
              <a:tabLst>
                <a:tab pos="0" algn="l"/>
              </a:tabLst>
            </a:pPr>
            <a:r>
              <a:rPr lang="en-GB" sz="2400" b="0" strike="noStrike" spc="-1">
                <a:solidFill>
                  <a:srgbClr val="FFFFFF"/>
                </a:solidFill>
                <a:latin typeface="Verdana"/>
                <a:ea typeface="DejaVu Sans"/>
              </a:rPr>
              <a:t>CD-team</a:t>
            </a:r>
            <a:endParaRPr lang="en-GB" sz="2400" b="0" strike="noStrike" spc="-1">
              <a:latin typeface="Arial"/>
            </a:endParaRPr>
          </a:p>
        </p:txBody>
      </p:sp>
      <p:sp>
        <p:nvSpPr>
          <p:cNvPr id="90" name="TextShape 3"/>
          <p:cNvSpPr/>
          <p:nvPr/>
        </p:nvSpPr>
        <p:spPr>
          <a:xfrm>
            <a:off x="634680" y="5835240"/>
            <a:ext cx="3139200" cy="385920"/>
          </a:xfrm>
          <a:prstGeom prst="rect">
            <a:avLst/>
          </a:prstGeom>
          <a:noFill/>
          <a:ln w="0">
            <a:noFill/>
          </a:ln>
        </p:spPr>
        <p:style>
          <a:lnRef idx="0">
            <a:scrgbClr r="0" g="0" b="0"/>
          </a:lnRef>
          <a:fillRef idx="0">
            <a:scrgbClr r="0" g="0" b="0"/>
          </a:fillRef>
          <a:effectRef idx="0">
            <a:scrgbClr r="0" g="0" b="0"/>
          </a:effectRef>
          <a:fontRef idx="minor"/>
        </p:style>
        <p:txBody>
          <a:bodyPr lIns="86400" tIns="45000" rIns="90000" bIns="45000" anchor="b">
            <a:noAutofit/>
          </a:bodyPr>
          <a:lstStyle/>
          <a:p>
            <a:pPr>
              <a:lnSpc>
                <a:spcPct val="90000"/>
              </a:lnSpc>
              <a:spcBef>
                <a:spcPts val="1199"/>
              </a:spcBef>
              <a:buNone/>
              <a:tabLst>
                <a:tab pos="0" algn="l"/>
              </a:tabLst>
            </a:pPr>
            <a:r>
              <a:rPr lang="en-GB" sz="1600" b="0" strike="noStrike" spc="-1">
                <a:solidFill>
                  <a:srgbClr val="FFFFFF"/>
                </a:solidFill>
                <a:latin typeface="Verdana"/>
                <a:ea typeface="DejaVu Sans"/>
              </a:rPr>
              <a:t>Dr. Christopher A. Tucker</a:t>
            </a:r>
            <a:endParaRPr lang="en-GB" sz="1600" b="0" strike="noStrike" spc="-1">
              <a:latin typeface="Arial"/>
            </a:endParaRPr>
          </a:p>
        </p:txBody>
      </p:sp>
      <p:sp>
        <p:nvSpPr>
          <p:cNvPr id="91" name="TextShape 4"/>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D367C9EA-0784-4BE0-B840-8321066A698D}" type="slidenum">
              <a:rPr lang="en-GB" sz="1050" b="0" strike="noStrike" spc="-1">
                <a:solidFill>
                  <a:srgbClr val="5B9EDB"/>
                </a:solidFill>
                <a:latin typeface="Verdana"/>
                <a:ea typeface="DejaVu Sans"/>
              </a:rPr>
              <a:t>1</a:t>
            </a:fld>
            <a:endParaRPr lang="en-GB" sz="1050" b="0" strike="noStrike" spc="-1">
              <a:latin typeface="Arial"/>
            </a:endParaRPr>
          </a:p>
        </p:txBody>
      </p:sp>
      <p:pic>
        <p:nvPicPr>
          <p:cNvPr id="92" name="Tijdelijke aanduiding voor afbeelding 9"/>
          <p:cNvPicPr/>
          <p:nvPr/>
        </p:nvPicPr>
        <p:blipFill>
          <a:blip r:embed="rId3"/>
          <a:srcRect t="24601" b="24601"/>
          <a:stretch/>
        </p:blipFill>
        <p:spPr>
          <a:xfrm>
            <a:off x="0" y="0"/>
            <a:ext cx="12188520" cy="342396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Shape 1"/>
          <p:cNvSpPr/>
          <p:nvPr/>
        </p:nvSpPr>
        <p:spPr>
          <a:xfrm>
            <a:off x="635040" y="2289600"/>
            <a:ext cx="10919880" cy="3928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What is AiOps?</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Previous works: The belastingdienst misadventure</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A new vision: Epic CD-3324</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Pitfall! A crisis of reproducibility</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A design proposal</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Discussion</a:t>
            </a:r>
            <a:endParaRPr lang="en-GB" sz="2400" b="0" strike="noStrike" spc="-1">
              <a:latin typeface="Arial"/>
            </a:endParaRPr>
          </a:p>
        </p:txBody>
      </p:sp>
      <p:sp>
        <p:nvSpPr>
          <p:cNvPr id="94" name="TextShape 2"/>
          <p:cNvSpPr/>
          <p:nvPr/>
        </p:nvSpPr>
        <p:spPr>
          <a:xfrm>
            <a:off x="635040" y="1052640"/>
            <a:ext cx="10919880" cy="94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buNone/>
            </a:pPr>
            <a:r>
              <a:rPr lang="en-GB" sz="2000" b="0" strike="noStrike" spc="-1">
                <a:solidFill>
                  <a:srgbClr val="00689A"/>
                </a:solidFill>
                <a:latin typeface="Verdana"/>
                <a:ea typeface="DejaVu Sans"/>
              </a:rPr>
              <a:t>Agenda</a:t>
            </a:r>
            <a:endParaRPr lang="en-GB" sz="2000" b="0" strike="noStrike" spc="-1">
              <a:latin typeface="Arial"/>
            </a:endParaRPr>
          </a:p>
        </p:txBody>
      </p:sp>
      <p:sp>
        <p:nvSpPr>
          <p:cNvPr id="95" name="TextShape 3"/>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7414ED88-999E-4AFB-8386-51DAAF592013}" type="slidenum">
              <a:rPr lang="en-GB" sz="1050" b="0" strike="noStrike" spc="-1">
                <a:solidFill>
                  <a:srgbClr val="A6A6A6"/>
                </a:solidFill>
                <a:latin typeface="Verdana"/>
                <a:ea typeface="DejaVu Sans"/>
              </a:rPr>
              <a:t>2</a:t>
            </a:fld>
            <a:endParaRPr lang="en-GB" sz="1050" b="0" strike="noStrike" spc="-1">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TextShape 9"/>
          <p:cNvSpPr/>
          <p:nvPr/>
        </p:nvSpPr>
        <p:spPr>
          <a:xfrm>
            <a:off x="635040" y="2289600"/>
            <a:ext cx="10919880" cy="392832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en-GB"/>
          </a:p>
        </p:txBody>
      </p:sp>
      <p:sp>
        <p:nvSpPr>
          <p:cNvPr id="97" name="TextShape 11"/>
          <p:cNvSpPr/>
          <p:nvPr/>
        </p:nvSpPr>
        <p:spPr>
          <a:xfrm>
            <a:off x="635040" y="1052640"/>
            <a:ext cx="10919880" cy="94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buNone/>
            </a:pPr>
            <a:r>
              <a:rPr lang="en-GB" sz="2000" b="0" strike="noStrike" spc="-1">
                <a:solidFill>
                  <a:srgbClr val="00689A"/>
                </a:solidFill>
                <a:latin typeface="Verdana"/>
                <a:ea typeface="DejaVu Sans"/>
              </a:rPr>
              <a:t>Let me take a moment…</a:t>
            </a:r>
            <a:endParaRPr lang="en-GB" sz="2000" b="0" strike="noStrike" spc="-1">
              <a:latin typeface="Arial"/>
            </a:endParaRPr>
          </a:p>
        </p:txBody>
      </p:sp>
      <p:sp>
        <p:nvSpPr>
          <p:cNvPr id="98" name="TextShape 12"/>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0C21A6E8-D204-425B-AAB7-62991B2A2CD5}" type="slidenum">
              <a:rPr lang="en-GB" sz="1050" b="0" strike="noStrike" spc="-1">
                <a:solidFill>
                  <a:srgbClr val="A6A6A6"/>
                </a:solidFill>
                <a:latin typeface="Verdana"/>
                <a:ea typeface="DejaVu Sans"/>
              </a:rPr>
              <a:t>3</a:t>
            </a:fld>
            <a:endParaRPr lang="en-GB" sz="1050" b="0" strike="noStrike" spc="-1">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extShape 1"/>
          <p:cNvSpPr/>
          <p:nvPr/>
        </p:nvSpPr>
        <p:spPr>
          <a:xfrm>
            <a:off x="635040" y="2144880"/>
            <a:ext cx="10919880" cy="3928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316800" indent="-316440">
              <a:lnSpc>
                <a:spcPct val="90000"/>
              </a:lnSpc>
              <a:spcBef>
                <a:spcPts val="1199"/>
              </a:spcBef>
              <a:buClr>
                <a:srgbClr val="00689A"/>
              </a:buClr>
              <a:buSzPct val="80000"/>
              <a:buFont typeface="Verdana"/>
              <a:buChar char="›"/>
            </a:pPr>
            <a:r>
              <a:rPr lang="en-GB" sz="2200" b="0" strike="noStrike" spc="-1">
                <a:solidFill>
                  <a:srgbClr val="000000"/>
                </a:solidFill>
                <a:latin typeface="Arial"/>
                <a:ea typeface="DejaVu Sans"/>
              </a:rPr>
              <a:t>What is real verses what is expected</a:t>
            </a:r>
            <a:endParaRPr lang="en-GB" sz="22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Aggregate data to discover operational patterns of a cluster and classify them (looking for rules)</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Know when to use unstructured learning verses supervised learning</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Leverage change-impact analysis</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Has found suitability in the markets with testing</a:t>
            </a:r>
            <a:endParaRPr lang="en-GB" sz="1600" b="0" strike="noStrike" spc="-1">
              <a:latin typeface="Arial"/>
            </a:endParaRPr>
          </a:p>
          <a:p>
            <a:pPr marL="1231200" lvl="2"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Low-hanging fruit</a:t>
            </a:r>
            <a:endParaRPr lang="en-GB" sz="1600" b="0" strike="noStrike" spc="-1">
              <a:latin typeface="Arial"/>
            </a:endParaRPr>
          </a:p>
          <a:p>
            <a:pPr marL="316800" indent="-316440">
              <a:lnSpc>
                <a:spcPct val="90000"/>
              </a:lnSpc>
              <a:spcBef>
                <a:spcPts val="1199"/>
              </a:spcBef>
              <a:buClr>
                <a:srgbClr val="00689A"/>
              </a:buClr>
              <a:buSzPct val="80000"/>
              <a:buFont typeface="Verdana"/>
              <a:buChar char="›"/>
            </a:pPr>
            <a:r>
              <a:rPr lang="en-GB" sz="2200" b="0" strike="noStrike" spc="-1">
                <a:solidFill>
                  <a:srgbClr val="000000"/>
                </a:solidFill>
                <a:latin typeface="Arial"/>
                <a:ea typeface="DejaVu Sans"/>
              </a:rPr>
              <a:t>Tools verses new development</a:t>
            </a:r>
            <a:endParaRPr lang="en-GB" sz="22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Quality of tools mixed and indeterminate</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Is AI “in there” or are they just saying it is?</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Backpropagation feedforward neural networks that can remember</a:t>
            </a:r>
            <a:endParaRPr lang="en-GB" sz="1600" b="0" strike="noStrike" spc="-1">
              <a:latin typeface="Arial"/>
            </a:endParaRPr>
          </a:p>
        </p:txBody>
      </p:sp>
      <p:sp>
        <p:nvSpPr>
          <p:cNvPr id="100" name="TextShape 2"/>
          <p:cNvSpPr/>
          <p:nvPr/>
        </p:nvSpPr>
        <p:spPr>
          <a:xfrm>
            <a:off x="635040" y="1052640"/>
            <a:ext cx="10919880" cy="94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buNone/>
            </a:pPr>
            <a:r>
              <a:rPr lang="en-GB" sz="2000" b="0" strike="noStrike" spc="-1">
                <a:solidFill>
                  <a:srgbClr val="00689A"/>
                </a:solidFill>
                <a:latin typeface="Verdana"/>
                <a:ea typeface="DejaVu Sans"/>
              </a:rPr>
              <a:t>What is AiOps: Beyond the hype</a:t>
            </a:r>
            <a:endParaRPr lang="en-GB" sz="2000" b="0" strike="noStrike" spc="-1">
              <a:latin typeface="Arial"/>
            </a:endParaRPr>
          </a:p>
        </p:txBody>
      </p:sp>
      <p:sp>
        <p:nvSpPr>
          <p:cNvPr id="101" name="TextShape 3"/>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EA944A03-4F4C-4197-AA58-220652894D72}" type="slidenum">
              <a:rPr lang="en-GB" sz="1050" b="0" strike="noStrike" spc="-1">
                <a:solidFill>
                  <a:srgbClr val="A6A6A6"/>
                </a:solidFill>
                <a:latin typeface="Verdana"/>
                <a:ea typeface="DejaVu Sans"/>
              </a:rPr>
              <a:t>4</a:t>
            </a:fld>
            <a:endParaRPr lang="en-GB" sz="1050" b="0" strike="noStrike" spc="-1">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extShape 6"/>
          <p:cNvSpPr/>
          <p:nvPr/>
        </p:nvSpPr>
        <p:spPr>
          <a:xfrm>
            <a:off x="635040" y="2144880"/>
            <a:ext cx="10919880" cy="3928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316800" indent="-316440">
              <a:lnSpc>
                <a:spcPct val="90000"/>
              </a:lnSpc>
              <a:spcBef>
                <a:spcPts val="1199"/>
              </a:spcBef>
              <a:buClr>
                <a:srgbClr val="00689A"/>
              </a:buClr>
              <a:buSzPct val="80000"/>
              <a:buFont typeface="Verdana"/>
              <a:buChar char="›"/>
            </a:pPr>
            <a:r>
              <a:rPr lang="en-GB" sz="2200" b="0" strike="noStrike" spc="-1">
                <a:solidFill>
                  <a:srgbClr val="000000"/>
                </a:solidFill>
                <a:latin typeface="Arial"/>
                <a:ea typeface="DejaVu Sans"/>
              </a:rPr>
              <a:t>Lessons learned</a:t>
            </a:r>
            <a:endParaRPr lang="en-GB" sz="22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Don’t automatically trust the algorithm</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Involve participants to determine post-mortem </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Trust what is possible not what is theoretically possible</a:t>
            </a:r>
            <a:endParaRPr lang="en-GB" sz="1600" b="0" strike="noStrike" spc="-1">
              <a:latin typeface="Arial"/>
            </a:endParaRPr>
          </a:p>
          <a:p>
            <a:pPr marL="316800" indent="-316440">
              <a:lnSpc>
                <a:spcPct val="90000"/>
              </a:lnSpc>
              <a:spcBef>
                <a:spcPts val="1199"/>
              </a:spcBef>
              <a:buClr>
                <a:srgbClr val="00689A"/>
              </a:buClr>
              <a:buSzPct val="80000"/>
              <a:buFont typeface="Verdana"/>
              <a:buChar char="›"/>
            </a:pPr>
            <a:r>
              <a:rPr lang="en-GB" sz="2200" b="0" strike="noStrike" spc="-1">
                <a:solidFill>
                  <a:srgbClr val="000000"/>
                </a:solidFill>
                <a:latin typeface="Arial"/>
                <a:ea typeface="DejaVu Sans"/>
              </a:rPr>
              <a:t>Changing course</a:t>
            </a:r>
            <a:endParaRPr lang="en-GB" sz="22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Determine a mathematically-sound workflow</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Model processes in a logical manner</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Keep functionality simple</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Orient the process toward increasing optimization</a:t>
            </a:r>
            <a:endParaRPr lang="en-GB" sz="1600" b="0" strike="noStrike" spc="-1">
              <a:latin typeface="Arial"/>
            </a:endParaRPr>
          </a:p>
        </p:txBody>
      </p:sp>
      <p:sp>
        <p:nvSpPr>
          <p:cNvPr id="103" name="TextShape 7"/>
          <p:cNvSpPr/>
          <p:nvPr/>
        </p:nvSpPr>
        <p:spPr>
          <a:xfrm>
            <a:off x="635040" y="1052640"/>
            <a:ext cx="10919880" cy="94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buNone/>
            </a:pPr>
            <a:r>
              <a:rPr lang="en-GB" sz="2000" b="0" strike="noStrike" spc="-1">
                <a:solidFill>
                  <a:srgbClr val="00689A"/>
                </a:solidFill>
                <a:latin typeface="Verdana"/>
                <a:ea typeface="DejaVu Sans"/>
              </a:rPr>
              <a:t>This has been tried before: The belastingdienst</a:t>
            </a:r>
            <a:endParaRPr lang="en-GB" sz="2000" b="0" strike="noStrike" spc="-1">
              <a:latin typeface="Arial"/>
            </a:endParaRPr>
          </a:p>
        </p:txBody>
      </p:sp>
      <p:sp>
        <p:nvSpPr>
          <p:cNvPr id="104" name="TextShape 8"/>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1049A6BE-003A-4E58-80C7-C9F7A8E26933}" type="slidenum">
              <a:rPr lang="en-GB" sz="1050" b="0" strike="noStrike" spc="-1">
                <a:solidFill>
                  <a:srgbClr val="A6A6A6"/>
                </a:solidFill>
                <a:latin typeface="Verdana"/>
                <a:ea typeface="DejaVu Sans"/>
              </a:rPr>
              <a:t>5</a:t>
            </a:fld>
            <a:endParaRPr lang="en-GB" sz="1050" b="0" strike="noStrike" spc="-1">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Shape 1"/>
          <p:cNvSpPr/>
          <p:nvPr/>
        </p:nvSpPr>
        <p:spPr>
          <a:xfrm>
            <a:off x="635040" y="1510393"/>
            <a:ext cx="10919880" cy="456280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16800"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Smart automation</a:t>
            </a:r>
            <a:endParaRPr lang="en-GB" sz="1000" b="0" strike="noStrike" spc="-1" dirty="0">
              <a:latin typeface="Arial"/>
            </a:endParaRPr>
          </a:p>
          <a:p>
            <a:pPr marL="648000" lvl="2" indent="-216000">
              <a:lnSpc>
                <a:spcPct val="100000"/>
              </a:lnSpc>
              <a:spcBef>
                <a:spcPts val="1400"/>
              </a:spcBef>
              <a:spcAft>
                <a:spcPts val="1001"/>
              </a:spcAft>
              <a:buClr>
                <a:srgbClr val="000000"/>
              </a:buClr>
              <a:buSzPct val="45000"/>
              <a:buFont typeface="Wingdings" charset="2"/>
              <a:buChar char=""/>
            </a:pPr>
            <a:r>
              <a:rPr lang="en-GB" sz="1000" b="0" strike="noStrike" spc="-1" dirty="0">
                <a:solidFill>
                  <a:srgbClr val="000000"/>
                </a:solidFill>
                <a:latin typeface="Arial"/>
                <a:ea typeface="DejaVu Sans"/>
              </a:rPr>
              <a:t>An executable runtime having the ability to remember changes in system variables differentiating in time can be tailored to perform complex tasks. Coupled to a feedback mechanism, it will discover the operational equilibrium of any system it is tasked within.</a:t>
            </a:r>
            <a:endParaRPr lang="en-GB" sz="1000" b="0" strike="noStrike" spc="-1" dirty="0">
              <a:latin typeface="Arial"/>
            </a:endParaRPr>
          </a:p>
          <a:p>
            <a:pPr marL="648000" lvl="2" indent="-216000">
              <a:lnSpc>
                <a:spcPct val="100000"/>
              </a:lnSpc>
              <a:spcBef>
                <a:spcPts val="1400"/>
              </a:spcBef>
              <a:spcAft>
                <a:spcPts val="1001"/>
              </a:spcAft>
              <a:buClr>
                <a:srgbClr val="000000"/>
              </a:buClr>
              <a:buSzPct val="45000"/>
              <a:buFont typeface="Wingdings" charset="2"/>
              <a:buChar char=""/>
            </a:pPr>
            <a:r>
              <a:rPr lang="en-GB" sz="1000" b="0" strike="noStrike" spc="-1" dirty="0">
                <a:solidFill>
                  <a:srgbClr val="000000"/>
                </a:solidFill>
                <a:latin typeface="Arial"/>
                <a:ea typeface="DejaVu Sans"/>
              </a:rPr>
              <a:t>If a program can reliably </a:t>
            </a:r>
            <a:r>
              <a:rPr lang="en-GB" sz="1000" b="0" strike="noStrike" spc="-1" dirty="0" err="1">
                <a:solidFill>
                  <a:srgbClr val="000000"/>
                </a:solidFill>
                <a:latin typeface="Arial"/>
                <a:ea typeface="DejaVu Sans"/>
              </a:rPr>
              <a:t>analyze</a:t>
            </a:r>
            <a:r>
              <a:rPr lang="en-GB" sz="1000" b="0" strike="noStrike" spc="-1" dirty="0">
                <a:solidFill>
                  <a:srgbClr val="000000"/>
                </a:solidFill>
                <a:latin typeface="Arial"/>
                <a:ea typeface="DejaVu Sans"/>
              </a:rPr>
              <a:t> patterns of time-series events over a window of data by paying attention to the causal patterns that are chosen for it to observe and with access to requisite remedies, it will apply its analysis of the best performance metric to the system it is tasked within.</a:t>
            </a:r>
            <a:endParaRPr lang="en-GB" sz="1000" b="0" strike="noStrike" spc="-1" dirty="0">
              <a:latin typeface="Arial"/>
            </a:endParaRPr>
          </a:p>
          <a:p>
            <a:pPr marL="648000" lvl="2" indent="-216000">
              <a:lnSpc>
                <a:spcPct val="100000"/>
              </a:lnSpc>
              <a:spcBef>
                <a:spcPts val="1400"/>
              </a:spcBef>
              <a:spcAft>
                <a:spcPts val="1001"/>
              </a:spcAft>
              <a:buClr>
                <a:srgbClr val="000000"/>
              </a:buClr>
              <a:buSzPct val="45000"/>
              <a:buFont typeface="Wingdings" charset="2"/>
              <a:buChar char=""/>
            </a:pPr>
            <a:r>
              <a:rPr lang="en-GB" sz="1000" b="0" strike="noStrike" spc="-1" dirty="0">
                <a:solidFill>
                  <a:srgbClr val="000000"/>
                </a:solidFill>
                <a:latin typeface="Arial"/>
                <a:ea typeface="DejaVu Sans"/>
              </a:rPr>
              <a:t>If a modal is trained to understand the relationship between causal events over a length of temporal data and the consequences of actions taken by the program, it can supervise it by tuning its neural network toward achieving systematic equilibrium.</a:t>
            </a:r>
            <a:endParaRPr lang="en-GB" sz="1000" b="0" strike="noStrike" spc="-1" dirty="0">
              <a:latin typeface="Arial"/>
            </a:endParaRPr>
          </a:p>
          <a:p>
            <a:pPr marL="648000" lvl="2" indent="-216000">
              <a:lnSpc>
                <a:spcPct val="100000"/>
              </a:lnSpc>
              <a:spcBef>
                <a:spcPts val="1400"/>
              </a:spcBef>
              <a:spcAft>
                <a:spcPts val="1001"/>
              </a:spcAft>
              <a:buClr>
                <a:srgbClr val="000000"/>
              </a:buClr>
              <a:buSzPct val="45000"/>
              <a:buFont typeface="Wingdings" charset="2"/>
              <a:buChar char=""/>
            </a:pPr>
            <a:r>
              <a:rPr lang="en-GB" sz="1000" b="0" strike="noStrike" spc="-1" dirty="0">
                <a:solidFill>
                  <a:srgbClr val="000000"/>
                </a:solidFill>
                <a:latin typeface="Arial"/>
                <a:ea typeface="DejaVu Sans"/>
              </a:rPr>
              <a:t>A focus on metrics and balanced behaviour in the cluster by applying an attention-focused machine-learning program that generates code and publishes (Helm charts) to OpenShift</a:t>
            </a:r>
            <a:r>
              <a:rPr lang="en-GB" sz="1000" b="0" strike="noStrike" spc="-1" dirty="0">
                <a:solidFill>
                  <a:srgbClr val="000000"/>
                </a:solidFill>
                <a:latin typeface="Times New Roman"/>
                <a:ea typeface="DejaVu Sans"/>
              </a:rPr>
              <a:t>.</a:t>
            </a:r>
            <a:endParaRPr lang="en-GB" sz="1000" b="0" strike="noStrike" spc="-1" dirty="0">
              <a:latin typeface="Arial"/>
            </a:endParaRPr>
          </a:p>
          <a:p>
            <a:pPr marL="316800"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Relevant points and features</a:t>
            </a:r>
            <a:endParaRPr lang="en-GB" sz="1000" b="0" strike="noStrike" spc="-1" dirty="0">
              <a:latin typeface="Arial"/>
            </a:endParaRPr>
          </a:p>
          <a:p>
            <a:pPr marL="774000" lvl="1"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What are the metrics the team is most concerned about keeping in check?</a:t>
            </a:r>
            <a:endParaRPr lang="en-GB" sz="1000" b="0" strike="noStrike" spc="-1" dirty="0">
              <a:latin typeface="Arial"/>
            </a:endParaRPr>
          </a:p>
          <a:p>
            <a:pPr marL="774000" lvl="1"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Can we state we know what is the ideal metric for a given resource?</a:t>
            </a:r>
            <a:endParaRPr lang="en-GB" sz="1000" b="0" strike="noStrike" spc="-1" dirty="0">
              <a:latin typeface="Arial"/>
            </a:endParaRPr>
          </a:p>
          <a:p>
            <a:pPr marL="774000" lvl="1"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Can we accept a solution that is arrived-at by computation?</a:t>
            </a:r>
            <a:endParaRPr lang="en-GB" sz="1000" b="0" strike="noStrike" spc="-1" dirty="0">
              <a:latin typeface="Arial"/>
            </a:endParaRPr>
          </a:p>
          <a:p>
            <a:pPr marL="774000" lvl="1"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Training is performed as a build step.</a:t>
            </a:r>
            <a:endParaRPr lang="en-GB" sz="1000" b="0" strike="noStrike" spc="-1" dirty="0">
              <a:latin typeface="Arial"/>
            </a:endParaRPr>
          </a:p>
          <a:p>
            <a:pPr marL="774000" lvl="1"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Output charts can be tested before they are deployed.</a:t>
            </a:r>
            <a:endParaRPr lang="en-GB" sz="1000" b="0" strike="noStrike" spc="-1" dirty="0">
              <a:latin typeface="Arial"/>
            </a:endParaRPr>
          </a:p>
          <a:p>
            <a:pPr marL="774000" lvl="1"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Output charts can be interrupted (reviewed) as a part of the testing (confidence-building) step.</a:t>
            </a:r>
            <a:endParaRPr lang="en-GB" sz="1000" b="0" strike="noStrike" spc="-1" dirty="0">
              <a:latin typeface="Arial"/>
            </a:endParaRPr>
          </a:p>
          <a:p>
            <a:pPr marL="774000" lvl="1" indent="-316440">
              <a:lnSpc>
                <a:spcPct val="90000"/>
              </a:lnSpc>
              <a:spcBef>
                <a:spcPts val="1199"/>
              </a:spcBef>
              <a:buClr>
                <a:srgbClr val="00689A"/>
              </a:buClr>
              <a:buSzPct val="80000"/>
              <a:buFont typeface="Verdana"/>
              <a:buChar char="›"/>
            </a:pPr>
            <a:r>
              <a:rPr lang="en-GB" sz="1000" b="0" strike="noStrike" spc="-1" dirty="0">
                <a:solidFill>
                  <a:srgbClr val="000000"/>
                </a:solidFill>
                <a:latin typeface="Arial"/>
                <a:ea typeface="DejaVu Sans"/>
              </a:rPr>
              <a:t>Error/failure handling: If the agent experiences errors that it cannot solve, an option is to call a human reviewer, as notifications, generally, are undesirable.</a:t>
            </a:r>
            <a:endParaRPr lang="en-GB" sz="1000" b="0" strike="noStrike" spc="-1" dirty="0">
              <a:latin typeface="Arial"/>
            </a:endParaRPr>
          </a:p>
        </p:txBody>
      </p:sp>
      <p:sp>
        <p:nvSpPr>
          <p:cNvPr id="106" name="TextShape 2"/>
          <p:cNvSpPr/>
          <p:nvPr/>
        </p:nvSpPr>
        <p:spPr>
          <a:xfrm>
            <a:off x="635040" y="938896"/>
            <a:ext cx="10919880" cy="46203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buNone/>
            </a:pPr>
            <a:r>
              <a:rPr lang="en-GB" sz="2000" b="0" strike="noStrike" spc="-1" dirty="0">
                <a:solidFill>
                  <a:srgbClr val="00689A"/>
                </a:solidFill>
                <a:latin typeface="Verdana"/>
                <a:ea typeface="DejaVu Sans"/>
              </a:rPr>
              <a:t>A new vision: Epic CD-3324</a:t>
            </a:r>
            <a:endParaRPr lang="en-GB" sz="2000" b="0" strike="noStrike" spc="-1" dirty="0">
              <a:latin typeface="Arial"/>
            </a:endParaRPr>
          </a:p>
        </p:txBody>
      </p:sp>
      <p:sp>
        <p:nvSpPr>
          <p:cNvPr id="107" name="TextShape 3"/>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13BEA54D-B57A-4B22-9071-1E3693025052}" type="slidenum">
              <a:rPr lang="en-GB" sz="1050" b="0" strike="noStrike" spc="-1">
                <a:solidFill>
                  <a:srgbClr val="A6A6A6"/>
                </a:solidFill>
                <a:latin typeface="Verdana"/>
                <a:ea typeface="DejaVu Sans"/>
              </a:rPr>
              <a:t>6</a:t>
            </a:fld>
            <a:endParaRPr lang="en-GB" sz="1050" b="0" strike="noStrike" spc="-1">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p:nvPr/>
        </p:nvSpPr>
        <p:spPr>
          <a:xfrm>
            <a:off x="635040" y="2144880"/>
            <a:ext cx="10919880" cy="3928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316800" indent="-316440">
              <a:lnSpc>
                <a:spcPct val="90000"/>
              </a:lnSpc>
              <a:spcBef>
                <a:spcPts val="1199"/>
              </a:spcBef>
              <a:buClr>
                <a:srgbClr val="00689A"/>
              </a:buClr>
              <a:buSzPct val="80000"/>
              <a:buFont typeface="Verdana"/>
              <a:buChar char="›"/>
            </a:pPr>
            <a:r>
              <a:rPr lang="en-GB" sz="2200" b="0" strike="noStrike" spc="-1">
                <a:solidFill>
                  <a:srgbClr val="000000"/>
                </a:solidFill>
                <a:latin typeface="Arial"/>
                <a:ea typeface="DejaVu Sans"/>
              </a:rPr>
              <a:t>Too often these methods are not done well</a:t>
            </a:r>
            <a:endParaRPr lang="en-GB" sz="22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One design to suit many kinds of purposes</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Division in machine-learning elements: Separation is key</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Follow where the predictive mathematical solutions lead</a:t>
            </a:r>
            <a:endParaRPr lang="en-GB" sz="1600" b="0" strike="noStrike" spc="-1">
              <a:latin typeface="Arial"/>
            </a:endParaRPr>
          </a:p>
          <a:p>
            <a:pPr marL="316800" indent="-316440">
              <a:lnSpc>
                <a:spcPct val="90000"/>
              </a:lnSpc>
              <a:spcBef>
                <a:spcPts val="1199"/>
              </a:spcBef>
              <a:buClr>
                <a:srgbClr val="00689A"/>
              </a:buClr>
              <a:buSzPct val="80000"/>
              <a:buFont typeface="Verdana"/>
              <a:buChar char="›"/>
            </a:pPr>
            <a:r>
              <a:rPr lang="en-GB" sz="2200" b="0" strike="noStrike" spc="-1">
                <a:solidFill>
                  <a:srgbClr val="000000"/>
                </a:solidFill>
                <a:latin typeface="Arial"/>
                <a:ea typeface="DejaVu Sans"/>
              </a:rPr>
              <a:t>Collaborate</a:t>
            </a:r>
            <a:endParaRPr lang="en-GB" sz="22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Don’t get intimidated by the complexity – an unavoidable feature</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Establish fitness and create trust</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Keep supervision tasks until (the feeling is) it is ready</a:t>
            </a:r>
            <a:endParaRPr lang="en-GB" sz="1600" b="0" strike="noStrike" spc="-1">
              <a:latin typeface="Arial"/>
            </a:endParaRPr>
          </a:p>
          <a:p>
            <a:pPr marL="774000" lvl="1" indent="-316440">
              <a:lnSpc>
                <a:spcPct val="90000"/>
              </a:lnSpc>
              <a:spcBef>
                <a:spcPts val="1199"/>
              </a:spcBef>
              <a:buClr>
                <a:srgbClr val="00689A"/>
              </a:buClr>
              <a:buSzPct val="80000"/>
              <a:buFont typeface="Verdana"/>
              <a:buChar char="›"/>
            </a:pPr>
            <a:r>
              <a:rPr lang="en-GB" sz="1600" b="0" strike="noStrike" spc="-1">
                <a:solidFill>
                  <a:srgbClr val="000000"/>
                </a:solidFill>
                <a:latin typeface="Arial"/>
                <a:ea typeface="DejaVu Sans"/>
              </a:rPr>
              <a:t>Remember: Despite the flowery language...it is (piecewise) linear algebra...well...except for curved solutions...</a:t>
            </a:r>
            <a:r>
              <a:rPr lang="en-GB" sz="1900" b="0" strike="noStrike" spc="-1">
                <a:solidFill>
                  <a:srgbClr val="000000"/>
                </a:solidFill>
                <a:latin typeface="Arial"/>
                <a:ea typeface="DejaVu Sans"/>
              </a:rPr>
              <a:t> </a:t>
            </a:r>
            <a:endParaRPr lang="en-GB" sz="1900" b="0" strike="noStrike" spc="-1">
              <a:latin typeface="Arial"/>
            </a:endParaRPr>
          </a:p>
          <a:p>
            <a:pPr>
              <a:lnSpc>
                <a:spcPct val="90000"/>
              </a:lnSpc>
              <a:spcBef>
                <a:spcPts val="1199"/>
              </a:spcBef>
              <a:buNone/>
            </a:pPr>
            <a:endParaRPr lang="en-GB" sz="1900" b="0" strike="noStrike" spc="-1">
              <a:latin typeface="Arial"/>
            </a:endParaRPr>
          </a:p>
        </p:txBody>
      </p:sp>
      <p:sp>
        <p:nvSpPr>
          <p:cNvPr id="109" name="TextShape 2"/>
          <p:cNvSpPr/>
          <p:nvPr/>
        </p:nvSpPr>
        <p:spPr>
          <a:xfrm>
            <a:off x="635040" y="1052640"/>
            <a:ext cx="10919880" cy="94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buNone/>
            </a:pPr>
            <a:r>
              <a:rPr lang="en-GB" sz="2000" b="0" strike="noStrike" spc="-1">
                <a:solidFill>
                  <a:srgbClr val="00689A"/>
                </a:solidFill>
                <a:latin typeface="Verdana"/>
                <a:ea typeface="DejaVu Sans"/>
              </a:rPr>
              <a:t>Pitfall! A crisis of reproducibility</a:t>
            </a:r>
            <a:endParaRPr lang="en-GB" sz="2000" b="0" strike="noStrike" spc="-1">
              <a:latin typeface="Arial"/>
            </a:endParaRPr>
          </a:p>
        </p:txBody>
      </p:sp>
      <p:sp>
        <p:nvSpPr>
          <p:cNvPr id="110" name="TextShape 3"/>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AAE17FAE-E79A-4E53-B23A-A112DEBD99C4}" type="slidenum">
              <a:rPr lang="en-GB" sz="1050" b="0" strike="noStrike" spc="-1">
                <a:solidFill>
                  <a:srgbClr val="A6A6A6"/>
                </a:solidFill>
                <a:latin typeface="Verdana"/>
                <a:ea typeface="DejaVu Sans"/>
              </a:rPr>
              <a:t>7</a:t>
            </a:fld>
            <a:endParaRPr lang="en-GB" sz="1050" b="0" strike="noStrike" spc="-1">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TextShape 10"/>
          <p:cNvSpPr/>
          <p:nvPr/>
        </p:nvSpPr>
        <p:spPr>
          <a:xfrm>
            <a:off x="635040" y="2144880"/>
            <a:ext cx="10919880" cy="392832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en-GB"/>
          </a:p>
        </p:txBody>
      </p:sp>
      <p:sp>
        <p:nvSpPr>
          <p:cNvPr id="112" name="TextShape 13"/>
          <p:cNvSpPr/>
          <p:nvPr/>
        </p:nvSpPr>
        <p:spPr>
          <a:xfrm>
            <a:off x="379800" y="216000"/>
            <a:ext cx="2390400" cy="42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buNone/>
            </a:pPr>
            <a:r>
              <a:rPr lang="en-GB" sz="2000" b="0" strike="noStrike" spc="-1">
                <a:solidFill>
                  <a:srgbClr val="00689A"/>
                </a:solidFill>
                <a:latin typeface="Verdana"/>
                <a:ea typeface="DejaVu Sans"/>
              </a:rPr>
              <a:t>Design proposal</a:t>
            </a:r>
            <a:endParaRPr lang="en-GB" sz="2000" b="0" strike="noStrike" spc="-1">
              <a:latin typeface="Arial"/>
            </a:endParaRPr>
          </a:p>
        </p:txBody>
      </p:sp>
      <p:sp>
        <p:nvSpPr>
          <p:cNvPr id="113" name="TextShape 14"/>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D58499F0-0DA9-4705-A4C1-FE2BB827A80D}" type="slidenum">
              <a:rPr lang="en-GB" sz="1050" b="0" strike="noStrike" spc="-1">
                <a:solidFill>
                  <a:srgbClr val="A6A6A6"/>
                </a:solidFill>
                <a:latin typeface="Verdana"/>
                <a:ea typeface="DejaVu Sans"/>
              </a:rPr>
              <a:t>8</a:t>
            </a:fld>
            <a:endParaRPr lang="en-GB" sz="1050" b="0" strike="noStrike" spc="-1">
              <a:latin typeface="Arial"/>
            </a:endParaRPr>
          </a:p>
        </p:txBody>
      </p:sp>
      <p:pic>
        <p:nvPicPr>
          <p:cNvPr id="114" name="Picture 113"/>
          <p:cNvPicPr/>
          <p:nvPr/>
        </p:nvPicPr>
        <p:blipFill>
          <a:blip r:embed="rId3"/>
          <a:stretch/>
        </p:blipFill>
        <p:spPr>
          <a:xfrm>
            <a:off x="22320" y="692280"/>
            <a:ext cx="12169800" cy="6006600"/>
          </a:xfrm>
          <a:prstGeom prst="rect">
            <a:avLst/>
          </a:prstGeom>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Shape 1"/>
          <p:cNvSpPr/>
          <p:nvPr/>
        </p:nvSpPr>
        <p:spPr>
          <a:xfrm>
            <a:off x="635040" y="1882080"/>
            <a:ext cx="10919880" cy="3084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Is AI trustworthy?</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Can this idea be replicated to perform other kinds of tasks?</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A containerized deployment of an application?</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When is the moment we “let go” and set the algorithm free?</a:t>
            </a:r>
            <a:endParaRPr lang="en-GB" sz="2400" b="0" strike="noStrike" spc="-1">
              <a:latin typeface="Arial"/>
            </a:endParaRPr>
          </a:p>
          <a:p>
            <a:pPr marL="316800" indent="-316440">
              <a:lnSpc>
                <a:spcPct val="90000"/>
              </a:lnSpc>
              <a:spcBef>
                <a:spcPts val="1199"/>
              </a:spcBef>
              <a:buClr>
                <a:srgbClr val="00689A"/>
              </a:buClr>
              <a:buSzPct val="80000"/>
              <a:buFont typeface="Verdana"/>
              <a:buChar char="›"/>
            </a:pPr>
            <a:r>
              <a:rPr lang="en-GB" sz="2400" b="0" strike="noStrike" spc="-1">
                <a:solidFill>
                  <a:srgbClr val="000000"/>
                </a:solidFill>
                <a:latin typeface="Verdana"/>
                <a:ea typeface="DejaVu Sans"/>
              </a:rPr>
              <a:t>Other points?</a:t>
            </a:r>
            <a:endParaRPr lang="en-GB" sz="2400" b="0" strike="noStrike" spc="-1">
              <a:latin typeface="Arial"/>
            </a:endParaRPr>
          </a:p>
        </p:txBody>
      </p:sp>
      <p:sp>
        <p:nvSpPr>
          <p:cNvPr id="116" name="TextShape 2"/>
          <p:cNvSpPr/>
          <p:nvPr/>
        </p:nvSpPr>
        <p:spPr>
          <a:xfrm>
            <a:off x="635040" y="1213920"/>
            <a:ext cx="10919880" cy="398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buNone/>
            </a:pPr>
            <a:r>
              <a:rPr lang="en-GB" sz="2000" b="0" strike="noStrike" spc="-1">
                <a:solidFill>
                  <a:srgbClr val="00689A"/>
                </a:solidFill>
                <a:latin typeface="Verdana"/>
                <a:ea typeface="DejaVu Sans"/>
              </a:rPr>
              <a:t>Discussion points</a:t>
            </a:r>
            <a:endParaRPr lang="en-GB" sz="2000" b="0" strike="noStrike" spc="-1">
              <a:latin typeface="Arial"/>
            </a:endParaRPr>
          </a:p>
        </p:txBody>
      </p:sp>
      <p:sp>
        <p:nvSpPr>
          <p:cNvPr id="117" name="TextShape 3"/>
          <p:cNvSpPr/>
          <p:nvPr/>
        </p:nvSpPr>
        <p:spPr>
          <a:xfrm>
            <a:off x="6553080" y="6221520"/>
            <a:ext cx="5001840" cy="318600"/>
          </a:xfrm>
          <a:prstGeom prst="rect">
            <a:avLst/>
          </a:prstGeom>
          <a:noFill/>
          <a:ln w="0">
            <a:noFill/>
          </a:ln>
        </p:spPr>
        <p:style>
          <a:lnRef idx="0">
            <a:scrgbClr r="0" g="0" b="0"/>
          </a:lnRef>
          <a:fillRef idx="0">
            <a:scrgbClr r="0" g="0" b="0"/>
          </a:fillRef>
          <a:effectRef idx="0">
            <a:scrgbClr r="0" g="0" b="0"/>
          </a:effectRef>
          <a:fontRef idx="minor"/>
        </p:style>
        <p:txBody>
          <a:bodyPr lIns="90000" tIns="45000" rIns="0" bIns="45000" anchor="b">
            <a:noAutofit/>
          </a:bodyPr>
          <a:lstStyle/>
          <a:p>
            <a:pPr algn="r">
              <a:lnSpc>
                <a:spcPct val="100000"/>
              </a:lnSpc>
              <a:buNone/>
            </a:pPr>
            <a:fld id="{5DCF4BE5-0428-4661-ABF3-7D767CBECC89}" type="slidenum">
              <a:rPr lang="en-GB" sz="1050" b="0" strike="noStrike" spc="-1">
                <a:solidFill>
                  <a:srgbClr val="A6A6A6"/>
                </a:solidFill>
                <a:latin typeface="Verdana"/>
                <a:ea typeface="DejaVu Sans"/>
              </a:rPr>
              <a:t>9</a:t>
            </a:fld>
            <a:endParaRPr lang="en-GB" sz="105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689A"/>
      </a:dk2>
      <a:lt2>
        <a:srgbClr val="E4EFF9"/>
      </a:lt2>
      <a:accent1>
        <a:srgbClr val="F092CD"/>
      </a:accent1>
      <a:accent2>
        <a:srgbClr val="F9E11E"/>
      </a:accent2>
      <a:accent3>
        <a:srgbClr val="FFB612"/>
      </a:accent3>
      <a:accent4>
        <a:srgbClr val="017BC6"/>
      </a:accent4>
      <a:accent5>
        <a:srgbClr val="75D1B5"/>
      </a:accent5>
      <a:accent6>
        <a:srgbClr val="E17000"/>
      </a:accent6>
      <a:hlink>
        <a:srgbClr val="00689A"/>
      </a:hlink>
      <a:folHlink>
        <a:srgbClr val="CCDFF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689A"/>
      </a:dk2>
      <a:lt2>
        <a:srgbClr val="E4EFF9"/>
      </a:lt2>
      <a:accent1>
        <a:srgbClr val="F092CD"/>
      </a:accent1>
      <a:accent2>
        <a:srgbClr val="F9E11E"/>
      </a:accent2>
      <a:accent3>
        <a:srgbClr val="FFB612"/>
      </a:accent3>
      <a:accent4>
        <a:srgbClr val="017BC6"/>
      </a:accent4>
      <a:accent5>
        <a:srgbClr val="75D1B5"/>
      </a:accent5>
      <a:accent6>
        <a:srgbClr val="E17000"/>
      </a:accent6>
      <a:hlink>
        <a:srgbClr val="00689A"/>
      </a:hlink>
      <a:folHlink>
        <a:srgbClr val="CCDFF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689A"/>
      </a:dk2>
      <a:lt2>
        <a:srgbClr val="E4EFF9"/>
      </a:lt2>
      <a:accent1>
        <a:srgbClr val="F092CD"/>
      </a:accent1>
      <a:accent2>
        <a:srgbClr val="F9E11E"/>
      </a:accent2>
      <a:accent3>
        <a:srgbClr val="FFB612"/>
      </a:accent3>
      <a:accent4>
        <a:srgbClr val="017BC6"/>
      </a:accent4>
      <a:accent5>
        <a:srgbClr val="75D1B5"/>
      </a:accent5>
      <a:accent6>
        <a:srgbClr val="E17000"/>
      </a:accent6>
      <a:hlink>
        <a:srgbClr val="00689A"/>
      </a:hlink>
      <a:folHlink>
        <a:srgbClr val="CCDFF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16008 RIJK - Sjabloon 16x9 Donkerblauw</Template>
  <TotalTime>9392</TotalTime>
  <Words>618</Words>
  <Application>Microsoft Office PowerPoint</Application>
  <PresentationFormat>Widescreen</PresentationFormat>
  <Paragraphs>79</Paragraphs>
  <Slides>9</Slides>
  <Notes>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9</vt:i4>
      </vt:variant>
    </vt:vector>
  </HeadingPairs>
  <TitlesOfParts>
    <vt:vector size="16" baseType="lpstr">
      <vt:lpstr>Arial</vt:lpstr>
      <vt:lpstr>Symbol</vt:lpstr>
      <vt:lpstr>Times New Roman</vt:lpstr>
      <vt:lpstr>Verdana</vt:lpstr>
      <vt:lpstr>Wingdings</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Kennismaken met DUO</dc:title>
  <dc:subject/>
  <dc:creator>Microsoft Office-gebruiker</dc:creator>
  <dc:description/>
  <cp:lastModifiedBy>C.A. Tucker</cp:lastModifiedBy>
  <cp:revision>483</cp:revision>
  <dcterms:created xsi:type="dcterms:W3CDTF">2017-09-25T11:29:42Z</dcterms:created>
  <dcterms:modified xsi:type="dcterms:W3CDTF">2024-12-17T13:20:58Z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0</vt:i4>
  </property>
  <property fmtid="{D5CDD505-2E9C-101B-9397-08002B2CF9AE}" pid="3" name="HyperlinksChanged">
    <vt:bool>false</vt:bool>
  </property>
  <property fmtid="{D5CDD505-2E9C-101B-9397-08002B2CF9AE}" pid="4" name="LinksUpToDate">
    <vt:bool>false</vt:bool>
  </property>
  <property fmtid="{D5CDD505-2E9C-101B-9397-08002B2CF9AE}" pid="5" name="MMClips">
    <vt:i4>0</vt:i4>
  </property>
  <property fmtid="{D5CDD505-2E9C-101B-9397-08002B2CF9AE}" pid="6" name="Notes">
    <vt:i4>7</vt:i4>
  </property>
  <property fmtid="{D5CDD505-2E9C-101B-9397-08002B2CF9AE}" pid="7" name="PresentationFormat">
    <vt:lpwstr>Breedbeeld</vt:lpwstr>
  </property>
  <property fmtid="{D5CDD505-2E9C-101B-9397-08002B2CF9AE}" pid="8" name="ScaleCrop">
    <vt:bool>false</vt:bool>
  </property>
  <property fmtid="{D5CDD505-2E9C-101B-9397-08002B2CF9AE}" pid="9" name="ShareDoc">
    <vt:bool>false</vt:bool>
  </property>
  <property fmtid="{D5CDD505-2E9C-101B-9397-08002B2CF9AE}" pid="10" name="Slides">
    <vt:i4>8</vt:i4>
  </property>
</Properties>
</file>